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Float - Pengertian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Float digunakan untuk memposisikan elemen kiri/kanan kontainer.
- Banyak dipakai sebelum Flexbox &amp; Grid.
- Masih berguna untuk legacy layout.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Float - Properti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float: left;
float: right;
float: none;
.clear-both { clear: both;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Float - Contoh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&lt;img src="img.jpg" style="float:left; margin:10px;"&gt;
&lt;p&gt;Teks ini akan mengalir di sekitar gambar.&lt;/p&gt;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Flexbox - Pengertian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Flexbox untuk layout 1 dimensi (row/column).
- Membantu membuat desain responsif.
- Ideal untuk navbar, card, centering.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Flexbox -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.container {
  display: flex;
  flex-direction: row;
  justify-content: center;
  align-items: center;
  flex-wrap: wrap;
  gap: 10px;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Flexbox -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.item {
  flex: 1;
  align-self: flex-start;
  order: 2;
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Flexbox - Contoh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&lt;div class="container"&gt;
  &lt;div class="item"&gt;1&lt;/div&gt;
  &lt;div class="item"&gt;2&lt;/div&gt;
  &lt;div class="item"&gt;3&lt;/div&gt;
&lt;/div&gt;
.container {
  display:flex;
  justify-content: space-around;
  align-items: center;
}
.item {
  background: tomato;
  padding:20px;
  color:white;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Grid - Pengertian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Grid untuk layout 2 dimensi (row + column).
- Sangat kuat untuk dashboard, template kompleks.
- Lebih fleksibel daripada float/flexbox untuk grid.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Grid -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.grid {
  display: grid;
  grid-template-columns: 1fr 1fr 1fr;
  grid-template-rows: auto 200px;
  gap: 10px;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Grid -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.item1 {
  grid-column: 1 / 3;
  grid-row: 1 / 2;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Grid - Contoh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&lt;div class="grid"&gt;
  &lt;div class="item1"&gt;Header&lt;/div&gt;
  &lt;div class="item2"&gt;Sidebar&lt;/div&gt;
  &lt;div class="item3"&gt;Content&lt;/div&gt;
  &lt;div class="item4"&gt;Footer&lt;/div&gt;
&lt;/div&gt;
.grid {
  display:grid;
  grid-template-columns:1fr 3fr;
  grid-template-rows:auto 1fr auto;
  gap:10px;
}
.item1 {grid-column:1/3; background:lightblue;}
.item2 {background:lightgreen;}
.item3 {background:lightcoral;}
.item4 {grid-column:1/3; background:lightgray;}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Perbandingan Float vs Flexbox vs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Float → Satu dimensi, untuk teks+gambar, perlu clear().
Flexbox → Satu dimensi, bagus untuk navbar, card, centering.
Grid → Dua dimensi, bagus untuk layout kompleks (dashboard).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Gunakan Grid untuk layout utama.
- Gunakan Flexbox untuk elemen kecil dalam grid.
- Gunakan Float hanya untuk legacy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