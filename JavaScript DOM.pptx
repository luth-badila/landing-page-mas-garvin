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7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93" r:id="rId38"/>
    <p:sldId id="295" r:id="rId39"/>
    <p:sldId id="294" r:id="rId40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2EF732-F527-4217-B203-54EFE98B024D}" type="datetimeFigureOut">
              <a:rPr lang="id-ID" smtClean="0"/>
              <a:pPr/>
              <a:t>20/09/2025</a:t>
            </a:fld>
            <a:endParaRPr lang="id-ID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id-ID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AB3C2DF-E567-493E-8151-F230DFB09771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32EF732-F527-4217-B203-54EFE98B024D}" type="datetimeFigureOut">
              <a:rPr lang="id-ID" smtClean="0"/>
              <a:pPr/>
              <a:t>20/09/2025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AB3C2DF-E567-493E-8151-F230DFB09771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32EF732-F527-4217-B203-54EFE98B024D}" type="datetimeFigureOut">
              <a:rPr lang="id-ID" smtClean="0"/>
              <a:pPr/>
              <a:t>20/09/2025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AB3C2DF-E567-493E-8151-F230DFB09771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32EF732-F527-4217-B203-54EFE98B024D}" type="datetimeFigureOut">
              <a:rPr lang="id-ID" smtClean="0"/>
              <a:pPr/>
              <a:t>20/09/2025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AB3C2DF-E567-493E-8151-F230DFB09771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32EF732-F527-4217-B203-54EFE98B024D}" type="datetimeFigureOut">
              <a:rPr lang="id-ID" smtClean="0"/>
              <a:pPr/>
              <a:t>20/09/2025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AB3C2DF-E567-493E-8151-F230DFB09771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32EF732-F527-4217-B203-54EFE98B024D}" type="datetimeFigureOut">
              <a:rPr lang="id-ID" smtClean="0"/>
              <a:pPr/>
              <a:t>20/09/2025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AB3C2DF-E567-493E-8151-F230DFB09771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32EF732-F527-4217-B203-54EFE98B024D}" type="datetimeFigureOut">
              <a:rPr lang="id-ID" smtClean="0"/>
              <a:pPr/>
              <a:t>20/09/2025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AB3C2DF-E567-493E-8151-F230DFB09771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A32EF732-F527-4217-B203-54EFE98B024D}" type="datetimeFigureOut">
              <a:rPr lang="id-ID" smtClean="0"/>
              <a:pPr/>
              <a:t>20/09/2025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AB3C2DF-E567-493E-8151-F230DFB09771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A32EF732-F527-4217-B203-54EFE98B024D}" type="datetimeFigureOut">
              <a:rPr lang="id-ID" smtClean="0"/>
              <a:pPr/>
              <a:t>20/09/2025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AB3C2DF-E567-493E-8151-F230DFB09771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32EF732-F527-4217-B203-54EFE98B024D}" type="datetimeFigureOut">
              <a:rPr lang="id-ID" smtClean="0"/>
              <a:pPr/>
              <a:t>20/09/2025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AB3C2DF-E567-493E-8151-F230DFB09771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32EF732-F527-4217-B203-54EFE98B024D}" type="datetimeFigureOut">
              <a:rPr lang="id-ID" smtClean="0"/>
              <a:pPr/>
              <a:t>20/09/2025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AB3C2DF-E567-493E-8151-F230DFB09771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A32EF732-F527-4217-B203-54EFE98B024D}" type="datetimeFigureOut">
              <a:rPr lang="id-ID" smtClean="0"/>
              <a:pPr/>
              <a:t>20/09/2025</a:t>
            </a:fld>
            <a:endParaRPr lang="id-ID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id-ID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0AB3C2DF-E567-493E-8151-F230DFB09771}" type="slidenum">
              <a:rPr lang="id-ID" smtClean="0"/>
              <a:pPr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d-ID" dirty="0" smtClean="0"/>
              <a:t>JavaScript DOM</a:t>
            </a:r>
            <a:endParaRPr lang="id-ID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d-ID" sz="2400" dirty="0" smtClean="0"/>
              <a:t>DOM singkatan dari Document Object Model.</a:t>
            </a:r>
            <a:br>
              <a:rPr lang="id-ID" sz="2400" dirty="0" smtClean="0"/>
            </a:br>
            <a:r>
              <a:rPr lang="id-ID" sz="2400" dirty="0" smtClean="0"/>
              <a:t>DOM adalah representasi terstruktur (berbentuk pohon) dari dokumen HTML yang sedang dimuat di browser.</a:t>
            </a:r>
          </a:p>
          <a:p>
            <a:r>
              <a:rPr lang="id-ID" sz="2400" dirty="0" smtClean="0"/>
              <a:t>Dengan DOM, browser mengubah file HTML + CSS yang kamu tulis menjadi objek-objek JavaScript yang bisa diakses dan dimanipulasi.</a:t>
            </a:r>
            <a:br>
              <a:rPr lang="id-ID" sz="2400" dirty="0" smtClean="0"/>
            </a:br>
            <a:r>
              <a:rPr lang="id-ID" sz="2400" dirty="0" smtClean="0"/>
              <a:t>Jadi, JavaScript DOM adalah cara JavaScript berinteraksi dengan halaman web — membaca, menambahkan, mengubah, atau menghapus elemen di dalam HTML.</a:t>
            </a:r>
          </a:p>
          <a:p>
            <a:endParaRPr lang="id-ID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Apa itu Javacript DOM ?</a:t>
            </a:r>
            <a:endParaRPr lang="id-ID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&lt;!DOCTYPE html&gt;</a:t>
            </a:r>
          </a:p>
          <a:p>
            <a:r>
              <a:rPr lang="id-ID" dirty="0" smtClean="0"/>
              <a:t>&lt;html&gt;</a:t>
            </a:r>
          </a:p>
          <a:p>
            <a:r>
              <a:rPr lang="id-ID" dirty="0" smtClean="0"/>
              <a:t>  &lt;body&gt;</a:t>
            </a:r>
          </a:p>
          <a:p>
            <a:r>
              <a:rPr lang="id-ID" dirty="0" smtClean="0"/>
              <a:t>    &lt;h1 id="judul"&gt;Halo Dunia&lt;/h1&gt;</a:t>
            </a:r>
          </a:p>
          <a:p>
            <a:r>
              <a:rPr lang="id-ID" dirty="0" smtClean="0"/>
              <a:t>    &lt;p class="teks"&gt;Ini paragraf pertama&lt;/p&gt;</a:t>
            </a:r>
          </a:p>
          <a:p>
            <a:r>
              <a:rPr lang="id-ID" dirty="0" smtClean="0"/>
              <a:t>  &lt;/body&gt;</a:t>
            </a:r>
          </a:p>
          <a:p>
            <a:r>
              <a:rPr lang="id-ID" dirty="0" smtClean="0"/>
              <a:t>&lt;/html&gt;</a:t>
            </a:r>
            <a:endParaRPr lang="id-ID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Ilustrasi Sederhana</a:t>
            </a:r>
            <a:endParaRPr lang="id-ID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document</a:t>
            </a:r>
          </a:p>
          <a:p>
            <a:r>
              <a:rPr lang="id-ID" dirty="0" smtClean="0"/>
              <a:t>└── html</a:t>
            </a:r>
          </a:p>
          <a:p>
            <a:r>
              <a:rPr lang="id-ID" dirty="0" smtClean="0"/>
              <a:t>    └── body</a:t>
            </a:r>
          </a:p>
          <a:p>
            <a:r>
              <a:rPr lang="id-ID" dirty="0" smtClean="0"/>
              <a:t>        ├── h1#judul</a:t>
            </a:r>
          </a:p>
          <a:p>
            <a:r>
              <a:rPr lang="id-ID" dirty="0" smtClean="0"/>
              <a:t>        │    └── "Halo Dunia"</a:t>
            </a:r>
          </a:p>
          <a:p>
            <a:r>
              <a:rPr lang="id-ID" dirty="0" smtClean="0"/>
              <a:t>        └── p.teks</a:t>
            </a:r>
          </a:p>
          <a:p>
            <a:r>
              <a:rPr lang="id-ID" dirty="0" smtClean="0"/>
              <a:t>             └── "Ini paragraf pertama"</a:t>
            </a:r>
            <a:endParaRPr lang="id-ID" dirty="0"/>
          </a:p>
        </p:txBody>
      </p:sp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id-ID" dirty="0" smtClean="0"/>
              <a:t>DOM Tree</a:t>
            </a:r>
            <a:endParaRPr lang="id-ID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document adalah akar DOM.</a:t>
            </a:r>
          </a:p>
          <a:p>
            <a:r>
              <a:rPr lang="id-ID" dirty="0" smtClean="0"/>
              <a:t>Ada elemen &lt;h1&gt; dengan id="judul" → isinya text node "Halo Dunia".</a:t>
            </a:r>
          </a:p>
          <a:p>
            <a:r>
              <a:rPr lang="id-ID" dirty="0" smtClean="0"/>
              <a:t>Ada elemen &lt;p&gt; dengan class="teks" → isinya text node "Ini paragraf pertama".</a:t>
            </a:r>
          </a:p>
          <a:p>
            <a:endParaRPr lang="id-ID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Penjelasan</a:t>
            </a:r>
            <a:endParaRPr lang="id-ID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b="1" dirty="0" smtClean="0"/>
              <a:t>Mengakses elemen</a:t>
            </a:r>
            <a:r>
              <a:rPr lang="id-ID" dirty="0" smtClean="0"/>
              <a:t>: cari &lt;h1&gt; atau &lt;p&gt; untuk dibaca isinya.</a:t>
            </a:r>
          </a:p>
          <a:p>
            <a:r>
              <a:rPr lang="id-ID" b="1" dirty="0" smtClean="0"/>
              <a:t>Mengubah elemen</a:t>
            </a:r>
            <a:r>
              <a:rPr lang="id-ID" dirty="0" smtClean="0"/>
              <a:t>: ganti teks, ubah warna, tambah atribut.</a:t>
            </a:r>
          </a:p>
          <a:p>
            <a:r>
              <a:rPr lang="id-ID" b="1" dirty="0" smtClean="0"/>
              <a:t>Menambah/menghapus elemen</a:t>
            </a:r>
            <a:r>
              <a:rPr lang="id-ID" dirty="0" smtClean="0"/>
              <a:t>: bikin tombol, list baru, hapus konten lama.</a:t>
            </a:r>
          </a:p>
          <a:p>
            <a:r>
              <a:rPr lang="id-ID" b="1" dirty="0" smtClean="0"/>
              <a:t>Menangani event</a:t>
            </a:r>
            <a:r>
              <a:rPr lang="id-ID" dirty="0" smtClean="0"/>
              <a:t>: ketika user klik tombol, isi form, scroll, dll.</a:t>
            </a:r>
          </a:p>
          <a:p>
            <a:endParaRPr lang="id-ID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d-ID" dirty="0" smtClean="0"/>
              <a:t>Mengapa DOM penting?</a:t>
            </a:r>
            <a:br>
              <a:rPr lang="id-ID" dirty="0" smtClean="0"/>
            </a:br>
            <a:endParaRPr lang="id-ID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d-ID" dirty="0" smtClean="0"/>
              <a:t>&lt;h1 id="judul"&gt;Halo Dunia&lt;/h1&gt;</a:t>
            </a:r>
          </a:p>
          <a:p>
            <a:r>
              <a:rPr lang="id-ID" dirty="0" smtClean="0"/>
              <a:t>&lt;button id="ubah"&gt;Ubah Judul&lt;/button&gt;</a:t>
            </a:r>
          </a:p>
          <a:p>
            <a:endParaRPr lang="id-ID" dirty="0" smtClean="0"/>
          </a:p>
          <a:p>
            <a:r>
              <a:rPr lang="id-ID" dirty="0" smtClean="0"/>
              <a:t>&lt;script&gt;</a:t>
            </a:r>
          </a:p>
          <a:p>
            <a:r>
              <a:rPr lang="id-ID" dirty="0" smtClean="0"/>
              <a:t>  const h1 = document.getElementById("judul");</a:t>
            </a:r>
          </a:p>
          <a:p>
            <a:r>
              <a:rPr lang="id-ID" dirty="0" smtClean="0"/>
              <a:t>  const btn = document.getElementById("ubah");</a:t>
            </a:r>
          </a:p>
          <a:p>
            <a:endParaRPr lang="id-ID" dirty="0" smtClean="0"/>
          </a:p>
          <a:p>
            <a:r>
              <a:rPr lang="id-ID" dirty="0" smtClean="0"/>
              <a:t>  btn.addEventListener("click", () =&gt; {</a:t>
            </a:r>
          </a:p>
          <a:p>
            <a:r>
              <a:rPr lang="id-ID" dirty="0" smtClean="0"/>
              <a:t>    h1.textContent = "Judul sudah berubah!";</a:t>
            </a:r>
          </a:p>
          <a:p>
            <a:r>
              <a:rPr lang="id-ID" dirty="0" smtClean="0"/>
              <a:t>    h1.style.color = "red";</a:t>
            </a:r>
          </a:p>
          <a:p>
            <a:r>
              <a:rPr lang="id-ID" dirty="0" smtClean="0"/>
              <a:t>  });</a:t>
            </a:r>
          </a:p>
          <a:p>
            <a:r>
              <a:rPr lang="id-ID" dirty="0" smtClean="0"/>
              <a:t>&lt;/script&gt;</a:t>
            </a:r>
          </a:p>
          <a:p>
            <a:endParaRPr lang="id-ID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 sederhana</a:t>
            </a:r>
            <a:endParaRPr lang="id-ID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document.getElementById("judul") → ambil elemen &lt;h1&gt;.</a:t>
            </a:r>
          </a:p>
          <a:p>
            <a:r>
              <a:rPr lang="id-ID" dirty="0" smtClean="0"/>
              <a:t>addEventListener("click", ...) → dengarkan event klik pada tombol.</a:t>
            </a:r>
          </a:p>
          <a:p>
            <a:r>
              <a:rPr lang="id-ID" dirty="0" smtClean="0"/>
              <a:t>Saat diklik → teks &lt;h1&gt; berubah dan warnanya jadi merah.</a:t>
            </a:r>
          </a:p>
          <a:p>
            <a:endParaRPr lang="id-ID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Penjelasan</a:t>
            </a:r>
            <a:endParaRPr lang="id-ID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0488" indent="19050" algn="just">
              <a:buNone/>
            </a:pPr>
            <a:r>
              <a:rPr lang="id-ID" dirty="0" smtClean="0"/>
              <a:t>addEventListener adalah metode JavaScript yang digunakan untuk </a:t>
            </a:r>
            <a:r>
              <a:rPr lang="id-ID" b="1" dirty="0" smtClean="0"/>
              <a:t>menempelkan (mendaftarkan) sebuah event</a:t>
            </a:r>
            <a:r>
              <a:rPr lang="id-ID" dirty="0" smtClean="0"/>
              <a:t> ke elemen HTML.</a:t>
            </a:r>
            <a:br>
              <a:rPr lang="id-ID" dirty="0" smtClean="0"/>
            </a:br>
            <a:r>
              <a:rPr lang="id-ID" dirty="0" smtClean="0"/>
              <a:t>Dengan metode ini, kita bisa menjalankan sebuah fungsi ketika event tertentu terjadi (misalnya: klik tombol, ketik di input, scroll halaman, dll).</a:t>
            </a:r>
          </a:p>
          <a:p>
            <a:pPr marL="90488" indent="19050"/>
            <a:endParaRPr lang="id-ID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AddEventListener</a:t>
            </a:r>
            <a:endParaRPr lang="id-ID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d-ID" dirty="0" smtClean="0"/>
              <a:t>&lt;button onclick="alert('Hello!')"&gt;Klik&lt;/button&gt;</a:t>
            </a:r>
          </a:p>
          <a:p>
            <a:endParaRPr lang="id-ID" dirty="0" smtClean="0"/>
          </a:p>
          <a:p>
            <a:r>
              <a:rPr lang="id-ID" dirty="0" smtClean="0"/>
              <a:t>&lt;button id="btn"&gt;Klik&lt;/button&gt;</a:t>
            </a:r>
          </a:p>
          <a:p>
            <a:r>
              <a:rPr lang="id-ID" dirty="0" smtClean="0"/>
              <a:t>&lt;script&gt;</a:t>
            </a:r>
          </a:p>
          <a:p>
            <a:r>
              <a:rPr lang="id-ID" dirty="0" smtClean="0"/>
              <a:t>  document.getElementById("btn").addEventListener("click", () =&gt; {</a:t>
            </a:r>
          </a:p>
          <a:p>
            <a:r>
              <a:rPr lang="id-ID" dirty="0" smtClean="0"/>
              <a:t>    alert("Hello!");</a:t>
            </a:r>
          </a:p>
          <a:p>
            <a:r>
              <a:rPr lang="id-ID" dirty="0" smtClean="0"/>
              <a:t>  });</a:t>
            </a:r>
          </a:p>
          <a:p>
            <a:r>
              <a:rPr lang="id-ID" dirty="0" smtClean="0"/>
              <a:t>&lt;/script&gt;</a:t>
            </a:r>
          </a:p>
          <a:p>
            <a:endParaRPr lang="id-ID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 AddEventListener</a:t>
            </a:r>
            <a:endParaRPr lang="id-ID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25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847" y="1285860"/>
            <a:ext cx="8903309" cy="4395146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dirty="0" smtClean="0"/>
              <a:t>Mouse addEventListener</a:t>
            </a:r>
            <a:endParaRPr lang="id-ID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d-ID" dirty="0" smtClean="0"/>
              <a:t>&lt;button id="btn"&gt;Klik Saya&lt;/button&gt;</a:t>
            </a:r>
          </a:p>
          <a:p>
            <a:r>
              <a:rPr lang="id-ID" dirty="0" smtClean="0"/>
              <a:t>&lt;script&gt;</a:t>
            </a:r>
          </a:p>
          <a:p>
            <a:r>
              <a:rPr lang="id-ID" dirty="0" smtClean="0"/>
              <a:t>  const btn = document.getElementById("btn");</a:t>
            </a:r>
          </a:p>
          <a:p>
            <a:r>
              <a:rPr lang="id-ID" dirty="0" smtClean="0"/>
              <a:t>  btn.addEventListener("click", () =&gt; alert("Tombol diklik!"));</a:t>
            </a:r>
          </a:p>
          <a:p>
            <a:r>
              <a:rPr lang="id-ID" dirty="0" smtClean="0"/>
              <a:t>  btn.addEventListener("dblclick", () =&gt; alert("Double klik!"));</a:t>
            </a:r>
          </a:p>
          <a:p>
            <a:r>
              <a:rPr lang="id-ID" dirty="0" smtClean="0"/>
              <a:t>  btn.addEventListener("mouseover", () =&gt; console.log("Mouse masuk"));</a:t>
            </a:r>
          </a:p>
          <a:p>
            <a:r>
              <a:rPr lang="id-ID" dirty="0" smtClean="0"/>
              <a:t>&lt;/script&gt;</a:t>
            </a:r>
          </a:p>
          <a:p>
            <a:endParaRPr lang="id-ID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 Penggunaan</a:t>
            </a:r>
            <a:endParaRPr lang="id-ID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26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282" y="1442124"/>
            <a:ext cx="8734739" cy="1986876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Keyboard AddEventListener</a:t>
            </a:r>
            <a:endParaRPr lang="id-ID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id-ID" dirty="0" smtClean="0"/>
              <a:t>&lt;input type="text" id="input" placeholder="Ketik sesuatu..." /&gt;</a:t>
            </a:r>
          </a:p>
          <a:p>
            <a:r>
              <a:rPr lang="id-ID" dirty="0" smtClean="0"/>
              <a:t>&lt;script&gt;</a:t>
            </a:r>
          </a:p>
          <a:p>
            <a:r>
              <a:rPr lang="id-ID" dirty="0" smtClean="0"/>
              <a:t>  const input = document.getElementById("input");</a:t>
            </a:r>
          </a:p>
          <a:p>
            <a:endParaRPr lang="id-ID" dirty="0" smtClean="0"/>
          </a:p>
          <a:p>
            <a:r>
              <a:rPr lang="id-ID" dirty="0" smtClean="0"/>
              <a:t>  input.addEventListener("keydown", (e) =&gt; {</a:t>
            </a:r>
          </a:p>
          <a:p>
            <a:r>
              <a:rPr lang="id-ID" dirty="0" smtClean="0"/>
              <a:t>    console.log("Key down:", e.key);</a:t>
            </a:r>
          </a:p>
          <a:p>
            <a:r>
              <a:rPr lang="id-ID" dirty="0" smtClean="0"/>
              <a:t>  });</a:t>
            </a:r>
          </a:p>
          <a:p>
            <a:endParaRPr lang="id-ID" dirty="0" smtClean="0"/>
          </a:p>
          <a:p>
            <a:r>
              <a:rPr lang="id-ID" dirty="0" smtClean="0"/>
              <a:t>  input.addEventListener("keyup", (e) =&gt; {</a:t>
            </a:r>
          </a:p>
          <a:p>
            <a:r>
              <a:rPr lang="id-ID" dirty="0" smtClean="0"/>
              <a:t>    console.log("Key up:", e.key);</a:t>
            </a:r>
          </a:p>
          <a:p>
            <a:r>
              <a:rPr lang="id-ID" dirty="0" smtClean="0"/>
              <a:t>  });</a:t>
            </a:r>
          </a:p>
          <a:p>
            <a:r>
              <a:rPr lang="id-ID" dirty="0" smtClean="0"/>
              <a:t>&lt;/script&gt;</a:t>
            </a:r>
          </a:p>
          <a:p>
            <a:endParaRPr lang="id-ID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 Penggunaan</a:t>
            </a:r>
            <a:endParaRPr lang="id-ID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27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282" y="1357298"/>
            <a:ext cx="8609090" cy="250033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Form addEventListener</a:t>
            </a:r>
            <a:endParaRPr lang="id-ID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id-ID" dirty="0" smtClean="0"/>
              <a:t>&lt;form id="myForm"&gt;</a:t>
            </a:r>
          </a:p>
          <a:p>
            <a:r>
              <a:rPr lang="id-ID" dirty="0" smtClean="0"/>
              <a:t>  &lt;input type="text" id="name" placeholder="Nama" /&gt;</a:t>
            </a:r>
          </a:p>
          <a:p>
            <a:r>
              <a:rPr lang="id-ID" dirty="0" smtClean="0"/>
              <a:t>  &lt;button type="submit"&gt;Kirim&lt;/button&gt;</a:t>
            </a:r>
          </a:p>
          <a:p>
            <a:r>
              <a:rPr lang="id-ID" dirty="0" smtClean="0"/>
              <a:t>&lt;/form&gt;</a:t>
            </a:r>
          </a:p>
          <a:p>
            <a:endParaRPr lang="id-ID" dirty="0" smtClean="0"/>
          </a:p>
          <a:p>
            <a:r>
              <a:rPr lang="id-ID" dirty="0" smtClean="0"/>
              <a:t>&lt;script&gt;</a:t>
            </a:r>
          </a:p>
          <a:p>
            <a:r>
              <a:rPr lang="id-ID" dirty="0" smtClean="0"/>
              <a:t>  const form = document.getElementById("myForm");</a:t>
            </a:r>
          </a:p>
          <a:p>
            <a:r>
              <a:rPr lang="id-ID" dirty="0" smtClean="0"/>
              <a:t>  const nameInput = document.getElementById("name");</a:t>
            </a:r>
          </a:p>
          <a:p>
            <a:endParaRPr lang="id-ID" dirty="0" smtClean="0"/>
          </a:p>
          <a:p>
            <a:r>
              <a:rPr lang="id-ID" dirty="0" smtClean="0"/>
              <a:t>  form.addEventListener("submit", (e) =&gt; {</a:t>
            </a:r>
          </a:p>
          <a:p>
            <a:r>
              <a:rPr lang="id-ID" dirty="0" smtClean="0"/>
              <a:t>    e.preventDefault(); // cegah reload</a:t>
            </a:r>
          </a:p>
          <a:p>
            <a:r>
              <a:rPr lang="id-ID" dirty="0" smtClean="0"/>
              <a:t>    alert("Form dikirim dengan nama: " + nameInput.value);</a:t>
            </a:r>
          </a:p>
          <a:p>
            <a:r>
              <a:rPr lang="id-ID" dirty="0" smtClean="0"/>
              <a:t>  });</a:t>
            </a:r>
          </a:p>
          <a:p>
            <a:endParaRPr lang="id-ID" dirty="0" smtClean="0"/>
          </a:p>
          <a:p>
            <a:r>
              <a:rPr lang="id-ID" dirty="0" smtClean="0"/>
              <a:t>  nameInput.addEventListener("focus", () =&gt; console.log("Input fokus"));</a:t>
            </a:r>
          </a:p>
          <a:p>
            <a:r>
              <a:rPr lang="id-ID" dirty="0" smtClean="0"/>
              <a:t>  nameInput.addEventListener("blur", () =&gt; console.log("Input blur"));</a:t>
            </a:r>
          </a:p>
          <a:p>
            <a:r>
              <a:rPr lang="id-ID" dirty="0" smtClean="0"/>
              <a:t>  nameInput.addEventListener("input", () =&gt; console.log("Sedang mengetik..."));</a:t>
            </a:r>
          </a:p>
          <a:p>
            <a:r>
              <a:rPr lang="id-ID" dirty="0" smtClean="0"/>
              <a:t>&lt;/script&gt;</a:t>
            </a:r>
          </a:p>
          <a:p>
            <a:endParaRPr lang="id-ID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 Penggunaan</a:t>
            </a:r>
            <a:endParaRPr lang="id-ID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28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720" y="1285860"/>
            <a:ext cx="8642336" cy="214314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Window AddEventListener</a:t>
            </a:r>
            <a:endParaRPr lang="id-ID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&lt;script&gt;</a:t>
            </a:r>
          </a:p>
          <a:p>
            <a:r>
              <a:rPr lang="id-ID" dirty="0" smtClean="0"/>
              <a:t>  window.addEventListener("load", () =&gt; console.log("Halaman sudah siap!"));</a:t>
            </a:r>
          </a:p>
          <a:p>
            <a:r>
              <a:rPr lang="id-ID" dirty="0" smtClean="0"/>
              <a:t>  window.addEventListener("resize", () =&gt; console.log("Ukuran layar berubah"));</a:t>
            </a:r>
          </a:p>
          <a:p>
            <a:r>
              <a:rPr lang="id-ID" dirty="0" smtClean="0"/>
              <a:t>  window.addEventListener("scroll", () =&gt; console.log("Kamu sedang scroll..."));</a:t>
            </a:r>
          </a:p>
          <a:p>
            <a:r>
              <a:rPr lang="id-ID" dirty="0" smtClean="0"/>
              <a:t>&lt;/script&gt;</a:t>
            </a:r>
          </a:p>
          <a:p>
            <a:endParaRPr lang="id-ID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 Penggunaan</a:t>
            </a:r>
            <a:endParaRPr lang="id-ID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29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43050"/>
            <a:ext cx="9144000" cy="1540352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Clipboard addEventListener</a:t>
            </a:r>
            <a:endParaRPr lang="id-ID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 Penggunaan</a:t>
            </a:r>
            <a:endParaRPr lang="id-ID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&lt;input type="text" id="copyInput" value="Teks ini bisa dicopy" /&gt;</a:t>
            </a:r>
          </a:p>
          <a:p>
            <a:r>
              <a:rPr lang="id-ID" dirty="0" smtClean="0"/>
              <a:t>&lt;script&gt;</a:t>
            </a:r>
          </a:p>
          <a:p>
            <a:r>
              <a:rPr lang="id-ID" dirty="0" smtClean="0"/>
              <a:t>  const copyInput = document.getElementById("copyInput");</a:t>
            </a:r>
          </a:p>
          <a:p>
            <a:r>
              <a:rPr lang="id-ID" dirty="0" smtClean="0"/>
              <a:t>  copyInput.addEventListener("copy", () =&gt; alert("Teks disalin!"));</a:t>
            </a:r>
          </a:p>
          <a:p>
            <a:r>
              <a:rPr lang="id-ID" dirty="0" smtClean="0"/>
              <a:t>  copyInput.addEventListener("paste", () =&gt; alert("Teks ditempel!"));</a:t>
            </a:r>
          </a:p>
          <a:p>
            <a:r>
              <a:rPr lang="id-ID" dirty="0" smtClean="0"/>
              <a:t>&lt;/script&gt;</a:t>
            </a:r>
            <a:endParaRPr lang="id-ID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30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1285860"/>
            <a:ext cx="9154411" cy="2357454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Media addEventListener</a:t>
            </a:r>
            <a:endParaRPr lang="id-ID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d-ID" dirty="0" smtClean="0"/>
              <a:t>&lt;video id="video" width="300" controls&gt;</a:t>
            </a:r>
          </a:p>
          <a:p>
            <a:r>
              <a:rPr lang="id-ID" dirty="0" smtClean="0"/>
              <a:t>  &lt;source src="video.mp4" type="video/mp4" /&gt;</a:t>
            </a:r>
          </a:p>
          <a:p>
            <a:r>
              <a:rPr lang="id-ID" dirty="0" smtClean="0"/>
              <a:t>&lt;/video&gt;</a:t>
            </a:r>
          </a:p>
          <a:p>
            <a:r>
              <a:rPr lang="id-ID" dirty="0" smtClean="0"/>
              <a:t>&lt;script&gt;</a:t>
            </a:r>
          </a:p>
          <a:p>
            <a:r>
              <a:rPr lang="id-ID" dirty="0" smtClean="0"/>
              <a:t>  const video = document.getElementById("video");</a:t>
            </a:r>
          </a:p>
          <a:p>
            <a:r>
              <a:rPr lang="id-ID" dirty="0" smtClean="0"/>
              <a:t>  video.addEventListener("play", () =&gt; console.log("Video diputar"));</a:t>
            </a:r>
          </a:p>
          <a:p>
            <a:r>
              <a:rPr lang="id-ID" dirty="0" smtClean="0"/>
              <a:t>  video.addEventListener("pause", () =&gt; console.log("Video dijeda"));</a:t>
            </a:r>
          </a:p>
          <a:p>
            <a:r>
              <a:rPr lang="id-ID" dirty="0" smtClean="0"/>
              <a:t>  video.addEventListener("ended", () =&gt; console.log("Video selesai"));</a:t>
            </a:r>
          </a:p>
          <a:p>
            <a:r>
              <a:rPr lang="id-ID" dirty="0" smtClean="0"/>
              <a:t>&lt;/script&gt;</a:t>
            </a:r>
          </a:p>
          <a:p>
            <a:endParaRPr lang="id-ID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 Penggunaan</a:t>
            </a:r>
            <a:endParaRPr lang="id-ID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Custom addEventListener</a:t>
            </a:r>
            <a:endParaRPr lang="id-ID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id-ID" dirty="0" smtClean="0"/>
              <a:t>&lt;button id="customBtn"&gt;Trigger Event&lt;/button&gt;</a:t>
            </a:r>
          </a:p>
          <a:p>
            <a:r>
              <a:rPr lang="id-ID" dirty="0" smtClean="0"/>
              <a:t>&lt;script&gt;</a:t>
            </a:r>
          </a:p>
          <a:p>
            <a:r>
              <a:rPr lang="id-ID" dirty="0" smtClean="0"/>
              <a:t>  const btn = document.getElementById("customBtn");</a:t>
            </a:r>
          </a:p>
          <a:p>
            <a:endParaRPr lang="id-ID" dirty="0" smtClean="0"/>
          </a:p>
          <a:p>
            <a:r>
              <a:rPr lang="id-ID" dirty="0" smtClean="0"/>
              <a:t>  // Buat event custom</a:t>
            </a:r>
          </a:p>
          <a:p>
            <a:r>
              <a:rPr lang="id-ID" dirty="0" smtClean="0"/>
              <a:t>  const myEvent = new CustomEvent("myCustom", {</a:t>
            </a:r>
          </a:p>
          <a:p>
            <a:r>
              <a:rPr lang="id-ID" dirty="0" smtClean="0"/>
              <a:t>    detail: { message: "Hello dari custom event!" }</a:t>
            </a:r>
          </a:p>
          <a:p>
            <a:r>
              <a:rPr lang="id-ID" dirty="0" smtClean="0"/>
              <a:t>  });</a:t>
            </a:r>
          </a:p>
          <a:p>
            <a:endParaRPr lang="id-ID" dirty="0" smtClean="0"/>
          </a:p>
          <a:p>
            <a:r>
              <a:rPr lang="id-ID" dirty="0" smtClean="0"/>
              <a:t>  // Listener untuk custom event</a:t>
            </a:r>
          </a:p>
          <a:p>
            <a:r>
              <a:rPr lang="id-ID" dirty="0" smtClean="0"/>
              <a:t>  btn.addEventListener("myCustom", (e) =&gt; {</a:t>
            </a:r>
          </a:p>
          <a:p>
            <a:r>
              <a:rPr lang="id-ID" dirty="0" smtClean="0"/>
              <a:t>    console.log(e.detail.message);</a:t>
            </a:r>
          </a:p>
          <a:p>
            <a:r>
              <a:rPr lang="id-ID" dirty="0" smtClean="0"/>
              <a:t>  });</a:t>
            </a:r>
          </a:p>
          <a:p>
            <a:endParaRPr lang="id-ID" dirty="0" smtClean="0"/>
          </a:p>
          <a:p>
            <a:r>
              <a:rPr lang="id-ID" dirty="0" smtClean="0"/>
              <a:t>  // Trigger event custom</a:t>
            </a:r>
          </a:p>
          <a:p>
            <a:r>
              <a:rPr lang="id-ID" dirty="0" smtClean="0"/>
              <a:t>  btn.addEventListener("click", () =&gt; {</a:t>
            </a:r>
          </a:p>
          <a:p>
            <a:r>
              <a:rPr lang="id-ID" dirty="0" smtClean="0"/>
              <a:t>    btn.dispatchEvent(myEvent);</a:t>
            </a:r>
          </a:p>
          <a:p>
            <a:r>
              <a:rPr lang="id-ID" dirty="0" smtClean="0"/>
              <a:t>  });</a:t>
            </a:r>
          </a:p>
          <a:p>
            <a:r>
              <a:rPr lang="id-ID" dirty="0" smtClean="0"/>
              <a:t>&lt;/script&gt;</a:t>
            </a:r>
          </a:p>
          <a:p>
            <a:endParaRPr lang="id-ID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id-ID" sz="2400" dirty="0" smtClean="0"/>
              <a:t>document.getElementById(id)</a:t>
            </a:r>
            <a:endParaRPr lang="id-ID" sz="3200" dirty="0" smtClean="0"/>
          </a:p>
          <a:p>
            <a:pPr lvl="1"/>
            <a:r>
              <a:rPr lang="id-ID" sz="2400" dirty="0" smtClean="0"/>
              <a:t>document.getElementsByClassName(className)</a:t>
            </a:r>
            <a:endParaRPr lang="id-ID" sz="3200" dirty="0" smtClean="0"/>
          </a:p>
          <a:p>
            <a:pPr lvl="1"/>
            <a:r>
              <a:rPr lang="id-ID" sz="2400" dirty="0" smtClean="0"/>
              <a:t>document.getElementsByTagName(tagName)</a:t>
            </a:r>
            <a:endParaRPr lang="id-ID" sz="3200" dirty="0" smtClean="0"/>
          </a:p>
          <a:p>
            <a:pPr lvl="1"/>
            <a:r>
              <a:rPr lang="id-ID" sz="2400" dirty="0" smtClean="0"/>
              <a:t>document.querySelector(selector)</a:t>
            </a:r>
            <a:endParaRPr lang="id-ID" sz="3200" dirty="0" smtClean="0"/>
          </a:p>
          <a:p>
            <a:pPr lvl="1"/>
            <a:r>
              <a:rPr lang="id-ID" sz="2400" dirty="0" smtClean="0"/>
              <a:t>document.querySelectorAll(selector)</a:t>
            </a:r>
            <a:endParaRPr lang="id-ID" sz="3200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DOM Selector</a:t>
            </a:r>
            <a:endParaRPr lang="id-ID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id-ID" dirty="0" smtClean="0"/>
              <a:t>&lt;ul id="todo"&gt;</a:t>
            </a:r>
          </a:p>
          <a:p>
            <a:r>
              <a:rPr lang="id-ID" dirty="0" smtClean="0"/>
              <a:t>&lt;li class="task"&gt;Beli kopi&lt;/li&gt;</a:t>
            </a:r>
          </a:p>
          <a:p>
            <a:r>
              <a:rPr lang="id-ID" dirty="0" smtClean="0"/>
              <a:t>&lt;li class="task"&gt;Pelajari DOM&lt;/li&gt;</a:t>
            </a:r>
          </a:p>
          <a:p>
            <a:r>
              <a:rPr lang="id-ID" dirty="0" smtClean="0"/>
              <a:t>&lt;/ul&gt;</a:t>
            </a:r>
          </a:p>
          <a:p>
            <a:r>
              <a:rPr lang="id-ID" dirty="0" smtClean="0"/>
              <a:t>&lt;script&gt;</a:t>
            </a:r>
          </a:p>
          <a:p>
            <a:r>
              <a:rPr lang="id-ID" dirty="0" smtClean="0"/>
              <a:t>const todo = document.getElementById('todo');</a:t>
            </a:r>
          </a:p>
          <a:p>
            <a:r>
              <a:rPr lang="id-ID" dirty="0" smtClean="0"/>
              <a:t>const firstTask = document.querySelector('.task');</a:t>
            </a:r>
          </a:p>
          <a:p>
            <a:r>
              <a:rPr lang="id-ID" dirty="0" smtClean="0"/>
              <a:t>const tasks = document.querySelectorAll('.task');</a:t>
            </a:r>
          </a:p>
          <a:p>
            <a:r>
              <a:rPr lang="id-ID" dirty="0" smtClean="0"/>
              <a:t>console.log(todo, firstTask, tasks);</a:t>
            </a:r>
          </a:p>
          <a:p>
            <a:r>
              <a:rPr lang="id-ID" dirty="0" smtClean="0"/>
              <a:t>&lt;/script&gt;</a:t>
            </a:r>
          </a:p>
          <a:p>
            <a:endParaRPr lang="id-ID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 Penggunaan</a:t>
            </a:r>
            <a:endParaRPr lang="id-ID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d-ID" dirty="0" smtClean="0"/>
              <a:t>Mengubah konten (text/HTML)</a:t>
            </a:r>
          </a:p>
          <a:p>
            <a:r>
              <a:rPr lang="id-ID" dirty="0" smtClean="0"/>
              <a:t>Mengubah atribut</a:t>
            </a:r>
          </a:p>
          <a:p>
            <a:r>
              <a:rPr lang="id-ID" dirty="0" smtClean="0"/>
              <a:t>Mengubah style (CSS)</a:t>
            </a:r>
          </a:p>
          <a:p>
            <a:r>
              <a:rPr lang="id-ID" dirty="0" smtClean="0"/>
              <a:t>Menambah/menghapus elemen</a:t>
            </a:r>
          </a:p>
          <a:p>
            <a:r>
              <a:rPr lang="id-ID" dirty="0" smtClean="0"/>
              <a:t>Menambah/menghapus class</a:t>
            </a:r>
            <a:endParaRPr lang="id-ID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Memanipulasi DOM</a:t>
            </a:r>
            <a:endParaRPr lang="id-ID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id-ID" dirty="0" smtClean="0"/>
              <a:t>&lt;!DOCTYPE html&gt;</a:t>
            </a:r>
          </a:p>
          <a:p>
            <a:r>
              <a:rPr lang="id-ID" dirty="0" smtClean="0"/>
              <a:t>&lt;html&gt;</a:t>
            </a:r>
          </a:p>
          <a:p>
            <a:r>
              <a:rPr lang="id-ID" dirty="0" smtClean="0"/>
              <a:t>&lt;head&gt;</a:t>
            </a:r>
          </a:p>
          <a:p>
            <a:r>
              <a:rPr lang="id-ID" dirty="0" smtClean="0"/>
              <a:t>  &lt;title&gt;Manipulasi DOM&lt;/title&gt;</a:t>
            </a:r>
          </a:p>
          <a:p>
            <a:r>
              <a:rPr lang="id-ID" dirty="0" smtClean="0"/>
              <a:t>&lt;/head&gt;</a:t>
            </a:r>
          </a:p>
          <a:p>
            <a:r>
              <a:rPr lang="id-ID" dirty="0" smtClean="0"/>
              <a:t>&lt;body&gt;</a:t>
            </a:r>
          </a:p>
          <a:p>
            <a:r>
              <a:rPr lang="id-ID" dirty="0" smtClean="0"/>
              <a:t>  &lt;h1 id="judul"&gt;Halo Dunia&lt;/h1&gt;</a:t>
            </a:r>
          </a:p>
          <a:p>
            <a:r>
              <a:rPr lang="id-ID" dirty="0" smtClean="0"/>
              <a:t>  &lt;button onclick="ubahTeks()"&gt;Ubah Teks&lt;/button&gt;</a:t>
            </a:r>
          </a:p>
          <a:p>
            <a:endParaRPr lang="id-ID" dirty="0" smtClean="0"/>
          </a:p>
          <a:p>
            <a:r>
              <a:rPr lang="id-ID" dirty="0" smtClean="0"/>
              <a:t>  &lt;script&gt;</a:t>
            </a:r>
          </a:p>
          <a:p>
            <a:r>
              <a:rPr lang="id-ID" dirty="0" smtClean="0"/>
              <a:t>    function ubahTeks() {</a:t>
            </a:r>
          </a:p>
          <a:p>
            <a:r>
              <a:rPr lang="id-ID" dirty="0" smtClean="0"/>
              <a:t>      document.getElementById("judul").innerText = "Halo JavaScript!"; </a:t>
            </a:r>
          </a:p>
          <a:p>
            <a:r>
              <a:rPr lang="id-ID" dirty="0" smtClean="0"/>
              <a:t>      // innerText -&gt; hanya teks</a:t>
            </a:r>
          </a:p>
          <a:p>
            <a:r>
              <a:rPr lang="id-ID" dirty="0" smtClean="0"/>
              <a:t>      // innerHTML -&gt; bisa berisi tag HTML</a:t>
            </a:r>
          </a:p>
          <a:p>
            <a:r>
              <a:rPr lang="id-ID" dirty="0" smtClean="0"/>
              <a:t>    }</a:t>
            </a:r>
          </a:p>
          <a:p>
            <a:r>
              <a:rPr lang="id-ID" dirty="0" smtClean="0"/>
              <a:t>  &lt;/script&gt;</a:t>
            </a:r>
          </a:p>
          <a:p>
            <a:r>
              <a:rPr lang="id-ID" dirty="0" smtClean="0"/>
              <a:t>&lt;/body&gt;</a:t>
            </a:r>
          </a:p>
          <a:p>
            <a:r>
              <a:rPr lang="id-ID" dirty="0" smtClean="0"/>
              <a:t>&lt;/html&gt;</a:t>
            </a:r>
          </a:p>
          <a:p>
            <a:endParaRPr lang="id-ID" dirty="0" smtClean="0"/>
          </a:p>
          <a:p>
            <a:endParaRPr lang="id-ID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Mengubah isi teks</a:t>
            </a:r>
            <a:endParaRPr lang="id-ID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d-ID" dirty="0" smtClean="0"/>
              <a:t>&lt;img id="gambar" src="gambar1.jpg" width="200"&gt;</a:t>
            </a:r>
          </a:p>
          <a:p>
            <a:r>
              <a:rPr lang="id-ID" dirty="0" smtClean="0"/>
              <a:t>&lt;button onclick="ubahGambar()"&gt;Ganti Gambar&lt;/button&gt;</a:t>
            </a:r>
          </a:p>
          <a:p>
            <a:endParaRPr lang="id-ID" dirty="0" smtClean="0"/>
          </a:p>
          <a:p>
            <a:r>
              <a:rPr lang="id-ID" dirty="0" smtClean="0"/>
              <a:t>&lt;script&gt;</a:t>
            </a:r>
          </a:p>
          <a:p>
            <a:r>
              <a:rPr lang="id-ID" dirty="0" smtClean="0"/>
              <a:t>  function ubahGambar() {</a:t>
            </a:r>
          </a:p>
          <a:p>
            <a:r>
              <a:rPr lang="id-ID" dirty="0" smtClean="0"/>
              <a:t>    document.getElementById("gambar").setAttribute("src", "gambar2.jpg");</a:t>
            </a:r>
          </a:p>
          <a:p>
            <a:r>
              <a:rPr lang="id-ID" dirty="0" smtClean="0"/>
              <a:t>  }</a:t>
            </a:r>
          </a:p>
          <a:p>
            <a:r>
              <a:rPr lang="id-ID" dirty="0" smtClean="0"/>
              <a:t>&lt;/script&gt;</a:t>
            </a:r>
          </a:p>
          <a:p>
            <a:endParaRPr lang="id-ID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Mengubah Atribut</a:t>
            </a:r>
            <a:endParaRPr lang="id-ID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d-ID" dirty="0" smtClean="0"/>
              <a:t>&lt;p id="teks"&gt;Teks ini akan berubah warna&lt;/p&gt;</a:t>
            </a:r>
          </a:p>
          <a:p>
            <a:r>
              <a:rPr lang="id-ID" dirty="0" smtClean="0"/>
              <a:t>&lt;button onclick="ubahWarna()"&gt;Ubah Warna&lt;/button&gt;</a:t>
            </a:r>
          </a:p>
          <a:p>
            <a:endParaRPr lang="id-ID" dirty="0" smtClean="0"/>
          </a:p>
          <a:p>
            <a:r>
              <a:rPr lang="id-ID" dirty="0" smtClean="0"/>
              <a:t>&lt;script&gt;</a:t>
            </a:r>
          </a:p>
          <a:p>
            <a:r>
              <a:rPr lang="id-ID" dirty="0" smtClean="0"/>
              <a:t>  function ubahWarna() {</a:t>
            </a:r>
          </a:p>
          <a:p>
            <a:r>
              <a:rPr lang="id-ID" dirty="0" smtClean="0"/>
              <a:t>    document.getElementById("teks").style.color = "red";</a:t>
            </a:r>
          </a:p>
          <a:p>
            <a:r>
              <a:rPr lang="id-ID" dirty="0" smtClean="0"/>
              <a:t>    document.getElementById("teks").style.fontSize = "24px";</a:t>
            </a:r>
          </a:p>
          <a:p>
            <a:r>
              <a:rPr lang="id-ID" dirty="0" smtClean="0"/>
              <a:t>  }</a:t>
            </a:r>
          </a:p>
          <a:p>
            <a:r>
              <a:rPr lang="id-ID" dirty="0" smtClean="0"/>
              <a:t>&lt;/script&gt;</a:t>
            </a:r>
          </a:p>
          <a:p>
            <a:endParaRPr lang="id-ID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Mengubah Style (CSS)</a:t>
            </a:r>
            <a:endParaRPr lang="id-ID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id-ID" dirty="0" smtClean="0"/>
              <a:t>&lt;div id="container"&gt;&lt;/div&gt;</a:t>
            </a:r>
          </a:p>
          <a:p>
            <a:r>
              <a:rPr lang="id-ID" dirty="0" smtClean="0"/>
              <a:t>&lt;button onclick="tambahParagraf()"&gt;Tambah Paragraf&lt;/button&gt;</a:t>
            </a:r>
          </a:p>
          <a:p>
            <a:endParaRPr lang="id-ID" dirty="0" smtClean="0"/>
          </a:p>
          <a:p>
            <a:r>
              <a:rPr lang="id-ID" dirty="0" smtClean="0"/>
              <a:t>&lt;script&gt;</a:t>
            </a:r>
          </a:p>
          <a:p>
            <a:r>
              <a:rPr lang="id-ID" dirty="0" smtClean="0"/>
              <a:t>  function tambahParagraf() {</a:t>
            </a:r>
          </a:p>
          <a:p>
            <a:r>
              <a:rPr lang="id-ID" dirty="0" smtClean="0"/>
              <a:t>    let p = document.createElement("p"); // buat elemen &lt;p&gt;</a:t>
            </a:r>
          </a:p>
          <a:p>
            <a:r>
              <a:rPr lang="id-ID" dirty="0" smtClean="0"/>
              <a:t>    p.innerText = "Paragraf baru ditambahkan!";</a:t>
            </a:r>
          </a:p>
          <a:p>
            <a:r>
              <a:rPr lang="id-ID" dirty="0" smtClean="0"/>
              <a:t>    document.getElementById("container").appendChild(p);</a:t>
            </a:r>
          </a:p>
          <a:p>
            <a:r>
              <a:rPr lang="id-ID" dirty="0" smtClean="0"/>
              <a:t>  }</a:t>
            </a:r>
          </a:p>
          <a:p>
            <a:r>
              <a:rPr lang="id-ID" dirty="0" smtClean="0"/>
              <a:t>&lt;/script&gt;</a:t>
            </a:r>
          </a:p>
          <a:p>
            <a:endParaRPr lang="id-ID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dirty="0" smtClean="0"/>
              <a:t>Mengubah/Menghapus Elemen</a:t>
            </a:r>
            <a:endParaRPr lang="id-ID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id-ID" dirty="0" smtClean="0"/>
              <a:t>&lt;style&gt;</a:t>
            </a:r>
          </a:p>
          <a:p>
            <a:r>
              <a:rPr lang="id-ID" dirty="0" smtClean="0"/>
              <a:t>  .highlight {</a:t>
            </a:r>
          </a:p>
          <a:p>
            <a:r>
              <a:rPr lang="id-ID" dirty="0" smtClean="0"/>
              <a:t>    color: blue;</a:t>
            </a:r>
          </a:p>
          <a:p>
            <a:r>
              <a:rPr lang="id-ID" dirty="0" smtClean="0"/>
              <a:t>    font-weight: bold;</a:t>
            </a:r>
          </a:p>
          <a:p>
            <a:r>
              <a:rPr lang="id-ID" dirty="0" smtClean="0"/>
              <a:t>  }</a:t>
            </a:r>
          </a:p>
          <a:p>
            <a:r>
              <a:rPr lang="id-ID" dirty="0" smtClean="0"/>
              <a:t>&lt;/style&gt;</a:t>
            </a:r>
          </a:p>
          <a:p>
            <a:endParaRPr lang="id-ID" dirty="0" smtClean="0"/>
          </a:p>
          <a:p>
            <a:r>
              <a:rPr lang="id-ID" dirty="0" smtClean="0"/>
              <a:t>&lt;p id="text"&gt;Klik tombol untuk menambahkan class&lt;/p&gt;</a:t>
            </a:r>
          </a:p>
          <a:p>
            <a:r>
              <a:rPr lang="id-ID" dirty="0" smtClean="0"/>
              <a:t>&lt;button onclick="toggleClass()"&gt;Toggle Class&lt;/button&gt;</a:t>
            </a:r>
          </a:p>
          <a:p>
            <a:endParaRPr lang="id-ID" dirty="0" smtClean="0"/>
          </a:p>
          <a:p>
            <a:r>
              <a:rPr lang="id-ID" dirty="0" smtClean="0"/>
              <a:t>&lt;script&gt;</a:t>
            </a:r>
          </a:p>
          <a:p>
            <a:r>
              <a:rPr lang="id-ID" dirty="0" smtClean="0"/>
              <a:t>  function toggleClass() {</a:t>
            </a:r>
          </a:p>
          <a:p>
            <a:r>
              <a:rPr lang="id-ID" dirty="0" smtClean="0"/>
              <a:t>    document.getElementById("text").classList.toggle("highlight");</a:t>
            </a:r>
          </a:p>
          <a:p>
            <a:r>
              <a:rPr lang="id-ID" dirty="0" smtClean="0"/>
              <a:t>  }</a:t>
            </a:r>
          </a:p>
          <a:p>
            <a:r>
              <a:rPr lang="id-ID" smtClean="0"/>
              <a:t>&lt;/script&gt;</a:t>
            </a:r>
          </a:p>
          <a:p>
            <a:endParaRPr lang="id-ID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Menambah/Menghapus Class</a:t>
            </a:r>
            <a:endParaRPr lang="id-ID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id-ID" dirty="0" smtClean="0"/>
              <a:t>toggle biasanya dipakai dengan</a:t>
            </a:r>
          </a:p>
          <a:p>
            <a:pPr algn="just">
              <a:buNone/>
            </a:pPr>
            <a:r>
              <a:rPr lang="id-ID" b="1" dirty="0" smtClean="0"/>
              <a:t>classList.toggle()</a:t>
            </a:r>
            <a:r>
              <a:rPr lang="id-ID" dirty="0" smtClean="0"/>
              <a:t> untuk </a:t>
            </a:r>
            <a:r>
              <a:rPr lang="id-ID" b="1" dirty="0" smtClean="0"/>
              <a:t>menambahkan</a:t>
            </a:r>
            <a:r>
              <a:rPr lang="id-ID" dirty="0" smtClean="0"/>
              <a:t> atau</a:t>
            </a:r>
          </a:p>
          <a:p>
            <a:pPr algn="just">
              <a:buNone/>
            </a:pPr>
            <a:r>
              <a:rPr lang="id-ID" b="1" dirty="0" smtClean="0"/>
              <a:t>menghapus</a:t>
            </a:r>
            <a:r>
              <a:rPr lang="id-ID" dirty="0" smtClean="0"/>
              <a:t> class pada sebuah elemen secara</a:t>
            </a:r>
          </a:p>
          <a:p>
            <a:pPr algn="just">
              <a:buNone/>
            </a:pPr>
            <a:r>
              <a:rPr lang="id-ID" dirty="0" smtClean="0"/>
              <a:t>bergantian.</a:t>
            </a:r>
          </a:p>
          <a:p>
            <a:pPr>
              <a:buNone/>
            </a:pPr>
            <a:r>
              <a:rPr lang="id-ID" dirty="0" smtClean="0"/>
              <a:t>Artinya:</a:t>
            </a:r>
          </a:p>
          <a:p>
            <a:r>
              <a:rPr lang="id-ID" dirty="0" smtClean="0"/>
              <a:t>Jika elemen </a:t>
            </a:r>
            <a:r>
              <a:rPr lang="id-ID" b="1" dirty="0" smtClean="0"/>
              <a:t>belum punya class tersebut</a:t>
            </a:r>
            <a:r>
              <a:rPr lang="id-ID" dirty="0" smtClean="0"/>
              <a:t> → class akan </a:t>
            </a:r>
            <a:r>
              <a:rPr lang="id-ID" b="1" dirty="0" smtClean="0"/>
              <a:t>ditambahkan</a:t>
            </a:r>
            <a:r>
              <a:rPr lang="id-ID" dirty="0" smtClean="0"/>
              <a:t>.</a:t>
            </a:r>
          </a:p>
          <a:p>
            <a:r>
              <a:rPr lang="id-ID" dirty="0" smtClean="0"/>
              <a:t>Jika elemen </a:t>
            </a:r>
            <a:r>
              <a:rPr lang="id-ID" b="1" dirty="0" smtClean="0"/>
              <a:t>sudah punya class tersebut</a:t>
            </a:r>
            <a:r>
              <a:rPr lang="id-ID" dirty="0" smtClean="0"/>
              <a:t> → class akan </a:t>
            </a:r>
            <a:r>
              <a:rPr lang="id-ID" b="1" dirty="0" smtClean="0"/>
              <a:t>dihapus</a:t>
            </a:r>
            <a:r>
              <a:rPr lang="id-ID" dirty="0" smtClean="0"/>
              <a:t>.</a:t>
            </a:r>
          </a:p>
          <a:p>
            <a:endParaRPr lang="id-ID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Menggunakan Toggle</a:t>
            </a:r>
            <a:endParaRPr lang="id-ID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id-ID" dirty="0" smtClean="0"/>
              <a:t>&lt;button id="btn"&gt;Toggle&lt;/button&gt;</a:t>
            </a:r>
          </a:p>
          <a:p>
            <a:r>
              <a:rPr lang="id-ID" dirty="0" smtClean="0"/>
              <a:t>&lt;div id="box" class="kotak"&gt;Kotak&lt;/div&gt;</a:t>
            </a:r>
          </a:p>
          <a:p>
            <a:endParaRPr lang="id-ID" dirty="0" smtClean="0"/>
          </a:p>
          <a:p>
            <a:r>
              <a:rPr lang="id-ID" dirty="0" smtClean="0"/>
              <a:t>&lt;style&gt;</a:t>
            </a:r>
          </a:p>
          <a:p>
            <a:r>
              <a:rPr lang="id-ID" dirty="0" smtClean="0"/>
              <a:t>  .kotak {</a:t>
            </a:r>
          </a:p>
          <a:p>
            <a:r>
              <a:rPr lang="id-ID" dirty="0" smtClean="0"/>
              <a:t>    width: 100px; height: 100px;</a:t>
            </a:r>
          </a:p>
          <a:p>
            <a:r>
              <a:rPr lang="id-ID" dirty="0" smtClean="0"/>
              <a:t>    background: gray; margin-top: 10px;</a:t>
            </a:r>
          </a:p>
          <a:p>
            <a:r>
              <a:rPr lang="id-ID" dirty="0" smtClean="0"/>
              <a:t>  }</a:t>
            </a:r>
          </a:p>
          <a:p>
            <a:r>
              <a:rPr lang="id-ID" dirty="0" smtClean="0"/>
              <a:t>  .active {</a:t>
            </a:r>
          </a:p>
          <a:p>
            <a:r>
              <a:rPr lang="id-ID" dirty="0" smtClean="0"/>
              <a:t>    background: green;</a:t>
            </a:r>
          </a:p>
          <a:p>
            <a:r>
              <a:rPr lang="id-ID" dirty="0" smtClean="0"/>
              <a:t>  }</a:t>
            </a:r>
          </a:p>
          <a:p>
            <a:r>
              <a:rPr lang="id-ID" dirty="0" smtClean="0"/>
              <a:t>&lt;/style&gt;</a:t>
            </a:r>
          </a:p>
          <a:p>
            <a:endParaRPr lang="id-ID" dirty="0" smtClean="0"/>
          </a:p>
          <a:p>
            <a:r>
              <a:rPr lang="id-ID" dirty="0" smtClean="0"/>
              <a:t>&lt;script&gt;</a:t>
            </a:r>
          </a:p>
          <a:p>
            <a:r>
              <a:rPr lang="id-ID" dirty="0" smtClean="0"/>
              <a:t>  const btn = document.getElementById("btn");</a:t>
            </a:r>
          </a:p>
          <a:p>
            <a:r>
              <a:rPr lang="id-ID" dirty="0" smtClean="0"/>
              <a:t>  const box = document.getElementById("box");</a:t>
            </a:r>
          </a:p>
          <a:p>
            <a:endParaRPr lang="id-ID" dirty="0" smtClean="0"/>
          </a:p>
          <a:p>
            <a:r>
              <a:rPr lang="id-ID" dirty="0" smtClean="0"/>
              <a:t>  btn.addEventListener("click", () =&gt; {</a:t>
            </a:r>
          </a:p>
          <a:p>
            <a:r>
              <a:rPr lang="id-ID" dirty="0" smtClean="0"/>
              <a:t>    box.classList.toggle("active");</a:t>
            </a:r>
          </a:p>
          <a:p>
            <a:r>
              <a:rPr lang="id-ID" dirty="0" smtClean="0"/>
              <a:t>  });</a:t>
            </a:r>
          </a:p>
          <a:p>
            <a:r>
              <a:rPr lang="id-ID" dirty="0" smtClean="0"/>
              <a:t>&lt;/script&gt;</a:t>
            </a:r>
          </a:p>
          <a:p>
            <a:endParaRPr lang="id-ID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</a:t>
            </a:r>
            <a:endParaRPr lang="id-ID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active bukan fitur khusus JavaScript, tapi nama class CSS yang sering dipakai untuk menandai elemen yang sedang dipilih/aktif.</a:t>
            </a:r>
          </a:p>
          <a:p>
            <a:r>
              <a:rPr lang="id-ID" dirty="0" smtClean="0"/>
              <a:t>Contoh penggunaan:</a:t>
            </a:r>
          </a:p>
          <a:p>
            <a:r>
              <a:rPr lang="id-ID" dirty="0" smtClean="0"/>
              <a:t>Tab menu yang sedang dipilih</a:t>
            </a:r>
          </a:p>
          <a:p>
            <a:r>
              <a:rPr lang="id-ID" dirty="0" smtClean="0"/>
              <a:t>Button yang sedang ditekan</a:t>
            </a:r>
          </a:p>
          <a:p>
            <a:r>
              <a:rPr lang="id-ID" dirty="0" smtClean="0"/>
              <a:t>Navigasi yang sedang aktif</a:t>
            </a:r>
          </a:p>
          <a:p>
            <a:endParaRPr lang="id-ID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Menggunakan Active</a:t>
            </a:r>
            <a:endParaRPr lang="id-ID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258204" cy="5376672"/>
          </a:xfrm>
        </p:spPr>
        <p:txBody>
          <a:bodyPr>
            <a:noAutofit/>
          </a:bodyPr>
          <a:lstStyle/>
          <a:p>
            <a:r>
              <a:rPr lang="id-ID" sz="2000" dirty="0" smtClean="0"/>
              <a:t>&lt;button class="tab"&gt;Home&lt;/button&gt;</a:t>
            </a:r>
          </a:p>
          <a:p>
            <a:r>
              <a:rPr lang="id-ID" sz="2000" dirty="0" smtClean="0"/>
              <a:t>&lt;button class="tab"&gt;Profile&lt;/button&gt;</a:t>
            </a:r>
          </a:p>
          <a:p>
            <a:r>
              <a:rPr lang="id-ID" sz="2000" dirty="0" smtClean="0"/>
              <a:t>&lt;button class="tab"&gt;Contact&lt;/button&gt;</a:t>
            </a:r>
          </a:p>
          <a:p>
            <a:r>
              <a:rPr lang="id-ID" sz="2000" dirty="0" smtClean="0"/>
              <a:t>.tab {</a:t>
            </a:r>
          </a:p>
          <a:p>
            <a:r>
              <a:rPr lang="id-ID" sz="2000" dirty="0" smtClean="0"/>
              <a:t>    padding: 10px 15px;</a:t>
            </a:r>
          </a:p>
          <a:p>
            <a:r>
              <a:rPr lang="id-ID" sz="2000" dirty="0" smtClean="0"/>
              <a:t>    border: none;</a:t>
            </a:r>
          </a:p>
          <a:p>
            <a:r>
              <a:rPr lang="id-ID" sz="2000" dirty="0" smtClean="0"/>
              <a:t>    background: #eee;</a:t>
            </a:r>
          </a:p>
          <a:p>
            <a:r>
              <a:rPr lang="id-ID" sz="2000" dirty="0" smtClean="0"/>
              <a:t>    cursor: pointer;</a:t>
            </a:r>
          </a:p>
          <a:p>
            <a:r>
              <a:rPr lang="id-ID" sz="2000" dirty="0" smtClean="0"/>
              <a:t>    margin-right: 5px;</a:t>
            </a:r>
          </a:p>
          <a:p>
            <a:r>
              <a:rPr lang="id-ID" sz="2000" dirty="0" smtClean="0"/>
              <a:t>  }</a:t>
            </a:r>
          </a:p>
          <a:p>
            <a:r>
              <a:rPr lang="id-ID" sz="2000" dirty="0" smtClean="0"/>
              <a:t>  .tab.active {</a:t>
            </a:r>
          </a:p>
          <a:p>
            <a:r>
              <a:rPr lang="id-ID" sz="2000" dirty="0" smtClean="0"/>
              <a:t>    background: #0ea5a4;</a:t>
            </a:r>
          </a:p>
          <a:p>
            <a:r>
              <a:rPr lang="id-ID" sz="2000" dirty="0" smtClean="0"/>
              <a:t>    color: white;</a:t>
            </a:r>
          </a:p>
          <a:p>
            <a:r>
              <a:rPr lang="id-ID" sz="2000" dirty="0" smtClean="0"/>
              <a:t>  }</a:t>
            </a:r>
          </a:p>
          <a:p>
            <a:endParaRPr lang="id-ID" sz="2000" dirty="0" smtClean="0"/>
          </a:p>
          <a:p>
            <a:endParaRPr lang="id-ID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 Penggunaan</a:t>
            </a:r>
            <a:endParaRPr lang="id-ID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id-ID" sz="2800" dirty="0" smtClean="0"/>
              <a:t>&lt;script&gt;</a:t>
            </a:r>
          </a:p>
          <a:p>
            <a:r>
              <a:rPr lang="id-ID" sz="2800" dirty="0" smtClean="0"/>
              <a:t>  const tabs = document.querySelectorAll(".tab");</a:t>
            </a:r>
          </a:p>
          <a:p>
            <a:endParaRPr lang="id-ID" sz="2800" dirty="0" smtClean="0"/>
          </a:p>
          <a:p>
            <a:r>
              <a:rPr lang="id-ID" sz="2800" dirty="0" smtClean="0"/>
              <a:t>  tabs.forEach(tab =&gt; {</a:t>
            </a:r>
          </a:p>
          <a:p>
            <a:r>
              <a:rPr lang="id-ID" sz="2800" dirty="0" smtClean="0"/>
              <a:t>    tab.addEventListener("click", () =&gt; {</a:t>
            </a:r>
          </a:p>
          <a:p>
            <a:r>
              <a:rPr lang="id-ID" sz="2800" dirty="0" smtClean="0"/>
              <a:t>      // Hapus "active" dari semua tab</a:t>
            </a:r>
          </a:p>
          <a:p>
            <a:r>
              <a:rPr lang="id-ID" sz="2800" dirty="0" smtClean="0"/>
              <a:t>      tabs.forEach(t =&gt; t.classList.remove("active"));</a:t>
            </a:r>
          </a:p>
          <a:p>
            <a:endParaRPr lang="id-ID" sz="2800" dirty="0" smtClean="0"/>
          </a:p>
          <a:p>
            <a:r>
              <a:rPr lang="id-ID" sz="2800" dirty="0" smtClean="0"/>
              <a:t>      // Tambahkan "active" hanya ke tab yang diklik</a:t>
            </a:r>
          </a:p>
          <a:p>
            <a:r>
              <a:rPr lang="id-ID" sz="2800" dirty="0" smtClean="0"/>
              <a:t>      tab.classList.add("active");</a:t>
            </a:r>
          </a:p>
          <a:p>
            <a:r>
              <a:rPr lang="id-ID" sz="2800" dirty="0" smtClean="0"/>
              <a:t>    });</a:t>
            </a:r>
          </a:p>
          <a:p>
            <a:r>
              <a:rPr lang="id-ID" sz="2800" dirty="0" smtClean="0"/>
              <a:t>  });</a:t>
            </a:r>
          </a:p>
          <a:p>
            <a:r>
              <a:rPr lang="id-ID" sz="2800" dirty="0" smtClean="0"/>
              <a:t>&lt;/script&gt;</a:t>
            </a:r>
          </a:p>
          <a:p>
            <a:endParaRPr lang="id-ID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id-ID" dirty="0" smtClean="0"/>
              <a:t>async function getProducts() {</a:t>
            </a:r>
          </a:p>
          <a:p>
            <a:r>
              <a:rPr lang="id-ID" dirty="0" smtClean="0"/>
              <a:t>  try {</a:t>
            </a:r>
          </a:p>
          <a:p>
            <a:r>
              <a:rPr lang="id-ID" dirty="0" smtClean="0"/>
              <a:t>    const response = await fetch("https://fakestoreapi.com/products");</a:t>
            </a:r>
          </a:p>
          <a:p>
            <a:r>
              <a:rPr lang="id-ID" dirty="0" smtClean="0"/>
              <a:t>    if (!response.ok) {</a:t>
            </a:r>
          </a:p>
          <a:p>
            <a:r>
              <a:rPr lang="id-ID" dirty="0" smtClean="0"/>
              <a:t>      throw new Error("Gagal mengambil data");</a:t>
            </a:r>
          </a:p>
          <a:p>
            <a:r>
              <a:rPr lang="id-ID" dirty="0" smtClean="0"/>
              <a:t>    }</a:t>
            </a:r>
          </a:p>
          <a:p>
            <a:r>
              <a:rPr lang="id-ID" dirty="0" smtClean="0"/>
              <a:t>    const products = await response.json();</a:t>
            </a:r>
          </a:p>
          <a:p>
            <a:r>
              <a:rPr lang="id-ID" dirty="0" smtClean="0"/>
              <a:t>    console.log("Data produk:", products);</a:t>
            </a:r>
          </a:p>
          <a:p>
            <a:r>
              <a:rPr lang="id-ID" dirty="0" smtClean="0"/>
              <a:t/>
            </a:r>
            <a:br>
              <a:rPr lang="id-ID" dirty="0" smtClean="0"/>
            </a:br>
            <a:r>
              <a:rPr lang="id-ID" dirty="0" smtClean="0"/>
              <a:t>    // tampilkan ke halaman</a:t>
            </a:r>
          </a:p>
          <a:p>
            <a:r>
              <a:rPr lang="id-ID" dirty="0" smtClean="0"/>
              <a:t>    const container = document.getElementById("products");</a:t>
            </a:r>
          </a:p>
          <a:p>
            <a:r>
              <a:rPr lang="id-ID" dirty="0" smtClean="0"/>
              <a:t>    container.innerHTML = ""; // bersihkan dulu</a:t>
            </a:r>
          </a:p>
          <a:p>
            <a:r>
              <a:rPr lang="id-ID" dirty="0" smtClean="0"/>
              <a:t/>
            </a:r>
            <a:br>
              <a:rPr lang="id-ID" dirty="0" smtClean="0"/>
            </a:br>
            <a:r>
              <a:rPr lang="id-ID" dirty="0" smtClean="0"/>
              <a:t>    products.forEach(product =&gt; {</a:t>
            </a:r>
          </a:p>
          <a:p>
            <a:r>
              <a:rPr lang="id-ID" dirty="0" smtClean="0"/>
              <a:t>      const card = document.createElement("div");</a:t>
            </a:r>
          </a:p>
          <a:p>
            <a:r>
              <a:rPr lang="id-ID" dirty="0" smtClean="0"/>
              <a:t>      card.classList.add("card");</a:t>
            </a:r>
          </a:p>
          <a:p>
            <a:r>
              <a:rPr lang="id-ID" dirty="0" smtClean="0"/>
              <a:t/>
            </a:r>
            <a:br>
              <a:rPr lang="id-ID" dirty="0" smtClean="0"/>
            </a:br>
            <a:r>
              <a:rPr lang="id-ID" dirty="0" smtClean="0"/>
              <a:t>      card.innerHTML = `</a:t>
            </a:r>
          </a:p>
          <a:p>
            <a:r>
              <a:rPr lang="id-ID" dirty="0" smtClean="0"/>
              <a:t>        &lt;h3&gt;${product.title}&lt;/h3&gt;</a:t>
            </a:r>
          </a:p>
          <a:p>
            <a:r>
              <a:rPr lang="id-ID" dirty="0" smtClean="0"/>
              <a:t>        &lt;img src="${product.image}" alt="${product.title}" width="100"&gt;</a:t>
            </a:r>
          </a:p>
          <a:p>
            <a:r>
              <a:rPr lang="id-ID" dirty="0" smtClean="0"/>
              <a:t>        &lt;p&gt;Harga: $${product.price}&lt;/p&gt;</a:t>
            </a:r>
          </a:p>
          <a:p>
            <a:r>
              <a:rPr lang="id-ID" dirty="0" smtClean="0"/>
              <a:t>      `;</a:t>
            </a:r>
          </a:p>
          <a:p>
            <a:r>
              <a:rPr lang="id-ID" dirty="0" smtClean="0"/>
              <a:t/>
            </a:r>
            <a:br>
              <a:rPr lang="id-ID" dirty="0" smtClean="0"/>
            </a:br>
            <a:r>
              <a:rPr lang="id-ID" dirty="0" smtClean="0"/>
              <a:t>      container.appendChild(card);</a:t>
            </a:r>
          </a:p>
          <a:p>
            <a:r>
              <a:rPr lang="id-ID" dirty="0" smtClean="0"/>
              <a:t>    });</a:t>
            </a:r>
          </a:p>
          <a:p>
            <a:r>
              <a:rPr lang="id-ID" dirty="0" smtClean="0"/>
              <a:t>  } catch (error) {</a:t>
            </a:r>
          </a:p>
          <a:p>
            <a:r>
              <a:rPr lang="id-ID" dirty="0" smtClean="0"/>
              <a:t>    console.error("Error:", error);</a:t>
            </a:r>
          </a:p>
          <a:p>
            <a:r>
              <a:rPr lang="id-ID" dirty="0" smtClean="0"/>
              <a:t>  }</a:t>
            </a:r>
          </a:p>
          <a:p>
            <a:r>
              <a:rPr lang="id-ID" dirty="0" smtClean="0"/>
              <a:t>}</a:t>
            </a:r>
          </a:p>
          <a:p>
            <a:endParaRPr lang="id-ID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Ambil data dari FakeAPI</a:t>
            </a:r>
            <a:endParaRPr lang="id-ID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id-ID" dirty="0" smtClean="0"/>
              <a:t>async function getProducts() {</a:t>
            </a:r>
          </a:p>
          <a:p>
            <a:r>
              <a:rPr lang="id-ID" dirty="0" smtClean="0"/>
              <a:t>  try {</a:t>
            </a:r>
          </a:p>
          <a:p>
            <a:r>
              <a:rPr lang="id-ID" dirty="0" smtClean="0"/>
              <a:t>    const response = await fetch("https://fakestoreapi.com/products?limit=5");</a:t>
            </a:r>
          </a:p>
          <a:p>
            <a:r>
              <a:rPr lang="id-ID" dirty="0" smtClean="0"/>
              <a:t>    if (!response.ok) {</a:t>
            </a:r>
          </a:p>
          <a:p>
            <a:r>
              <a:rPr lang="id-ID" dirty="0" smtClean="0"/>
              <a:t>      throw new Error("Gagal mengambil data");</a:t>
            </a:r>
          </a:p>
          <a:p>
            <a:r>
              <a:rPr lang="id-ID" dirty="0" smtClean="0"/>
              <a:t>    }</a:t>
            </a:r>
          </a:p>
          <a:p>
            <a:r>
              <a:rPr lang="id-ID" dirty="0" smtClean="0"/>
              <a:t>    const products = await response.json();</a:t>
            </a:r>
          </a:p>
          <a:p>
            <a:endParaRPr lang="id-ID" dirty="0" smtClean="0"/>
          </a:p>
          <a:p>
            <a:r>
              <a:rPr lang="id-ID" dirty="0" smtClean="0"/>
              <a:t>    const container = document.getElementById("products");</a:t>
            </a:r>
          </a:p>
          <a:p>
            <a:r>
              <a:rPr lang="id-ID" dirty="0" smtClean="0"/>
              <a:t>    container.innerHTML = ""; // kosongkan isi</a:t>
            </a:r>
          </a:p>
          <a:p>
            <a:endParaRPr lang="id-ID" dirty="0" smtClean="0"/>
          </a:p>
          <a:p>
            <a:r>
              <a:rPr lang="id-ID" dirty="0" smtClean="0"/>
              <a:t>    products.forEach(product =&gt; {</a:t>
            </a:r>
          </a:p>
          <a:p>
            <a:r>
              <a:rPr lang="id-ID" dirty="0" smtClean="0"/>
              <a:t>      const card = document.createElement("div");</a:t>
            </a:r>
          </a:p>
          <a:p>
            <a:r>
              <a:rPr lang="id-ID" dirty="0" smtClean="0"/>
              <a:t>      card.classList.add("card");</a:t>
            </a:r>
          </a:p>
          <a:p>
            <a:endParaRPr lang="id-ID" dirty="0" smtClean="0"/>
          </a:p>
          <a:p>
            <a:r>
              <a:rPr lang="id-ID" dirty="0" smtClean="0"/>
              <a:t>      card.innerHTML = `</a:t>
            </a:r>
          </a:p>
          <a:p>
            <a:r>
              <a:rPr lang="id-ID" dirty="0" smtClean="0"/>
              <a:t>        &lt;h3&gt;${product.title}&lt;/h3&gt;</a:t>
            </a:r>
          </a:p>
          <a:p>
            <a:r>
              <a:rPr lang="id-ID" dirty="0" smtClean="0"/>
              <a:t>        &lt;img src="${product.image}" alt="${product.title}" width="100"&gt;</a:t>
            </a:r>
          </a:p>
          <a:p>
            <a:r>
              <a:rPr lang="id-ID" dirty="0" smtClean="0"/>
              <a:t>        &lt;p&gt;Harga: $${product.price}&lt;/p&gt;</a:t>
            </a:r>
          </a:p>
          <a:p>
            <a:r>
              <a:rPr lang="id-ID" dirty="0" smtClean="0"/>
              <a:t>      `;</a:t>
            </a:r>
          </a:p>
          <a:p>
            <a:endParaRPr lang="id-ID" dirty="0" smtClean="0"/>
          </a:p>
          <a:p>
            <a:r>
              <a:rPr lang="id-ID" dirty="0" smtClean="0"/>
              <a:t>      container.appendChild(card);</a:t>
            </a:r>
          </a:p>
          <a:p>
            <a:r>
              <a:rPr lang="id-ID" dirty="0" smtClean="0"/>
              <a:t>    });</a:t>
            </a:r>
          </a:p>
          <a:p>
            <a:r>
              <a:rPr lang="id-ID" dirty="0" smtClean="0"/>
              <a:t>  } catch (error) {</a:t>
            </a:r>
          </a:p>
          <a:p>
            <a:r>
              <a:rPr lang="id-ID" dirty="0" smtClean="0"/>
              <a:t>    console.error("Error:", error);</a:t>
            </a:r>
          </a:p>
          <a:p>
            <a:r>
              <a:rPr lang="id-ID" dirty="0" smtClean="0"/>
              <a:t>  }</a:t>
            </a:r>
          </a:p>
          <a:p>
            <a:r>
              <a:rPr lang="id-ID" dirty="0" smtClean="0"/>
              <a:t>}</a:t>
            </a:r>
          </a:p>
          <a:p>
            <a:endParaRPr lang="id-ID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d-ID" dirty="0" smtClean="0"/>
              <a:t>Membatasi Pengambilan 5 data dengan </a:t>
            </a:r>
            <a:r>
              <a:rPr lang="id-ID" dirty="0" smtClean="0"/>
              <a:t>?limit=5</a:t>
            </a:r>
            <a:endParaRPr lang="id-ID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id-ID" dirty="0" smtClean="0"/>
              <a:t>async function getProducts() {</a:t>
            </a:r>
          </a:p>
          <a:p>
            <a:r>
              <a:rPr lang="id-ID" dirty="0" smtClean="0"/>
              <a:t>  try {</a:t>
            </a:r>
          </a:p>
          <a:p>
            <a:r>
              <a:rPr lang="id-ID" dirty="0" smtClean="0"/>
              <a:t>    const response = await fetch("https://fakestoreapi.com/products");</a:t>
            </a:r>
          </a:p>
          <a:p>
            <a:r>
              <a:rPr lang="id-ID" dirty="0" smtClean="0"/>
              <a:t>    if (!response.ok) {</a:t>
            </a:r>
          </a:p>
          <a:p>
            <a:r>
              <a:rPr lang="id-ID" dirty="0" smtClean="0"/>
              <a:t>      throw new Error("Gagal mengambil data");</a:t>
            </a:r>
          </a:p>
          <a:p>
            <a:r>
              <a:rPr lang="id-ID" dirty="0" smtClean="0"/>
              <a:t>    }</a:t>
            </a:r>
          </a:p>
          <a:p>
            <a:r>
              <a:rPr lang="id-ID" dirty="0" smtClean="0"/>
              <a:t>    const products = await response.json();</a:t>
            </a:r>
          </a:p>
          <a:p>
            <a:endParaRPr lang="id-ID" dirty="0" smtClean="0"/>
          </a:p>
          <a:p>
            <a:r>
              <a:rPr lang="id-ID" dirty="0" smtClean="0"/>
              <a:t>    const container = document.getElementById("products");</a:t>
            </a:r>
          </a:p>
          <a:p>
            <a:r>
              <a:rPr lang="id-ID" dirty="0" smtClean="0"/>
              <a:t>    container.innerHTML = "";</a:t>
            </a:r>
          </a:p>
          <a:p>
            <a:endParaRPr lang="id-ID" dirty="0" smtClean="0"/>
          </a:p>
          <a:p>
            <a:r>
              <a:rPr lang="id-ID" dirty="0" smtClean="0"/>
              <a:t>    products.slice(0, 5).forEach(product =&gt; {</a:t>
            </a:r>
          </a:p>
          <a:p>
            <a:r>
              <a:rPr lang="id-ID" dirty="0" smtClean="0"/>
              <a:t>      const card = document.createElement("div");</a:t>
            </a:r>
          </a:p>
          <a:p>
            <a:r>
              <a:rPr lang="id-ID" dirty="0" smtClean="0"/>
              <a:t>      card.classList.add("card");</a:t>
            </a:r>
          </a:p>
          <a:p>
            <a:endParaRPr lang="id-ID" dirty="0" smtClean="0"/>
          </a:p>
          <a:p>
            <a:r>
              <a:rPr lang="id-ID" dirty="0" smtClean="0"/>
              <a:t>      card.innerHTML = `</a:t>
            </a:r>
          </a:p>
          <a:p>
            <a:r>
              <a:rPr lang="id-ID" dirty="0" smtClean="0"/>
              <a:t>        &lt;h3&gt;${product.title}&lt;/h3&gt;</a:t>
            </a:r>
          </a:p>
          <a:p>
            <a:r>
              <a:rPr lang="id-ID" dirty="0" smtClean="0"/>
              <a:t>        &lt;img src="${product.image}" alt="${product.title}" width="100"&gt;</a:t>
            </a:r>
          </a:p>
          <a:p>
            <a:r>
              <a:rPr lang="id-ID" dirty="0" smtClean="0"/>
              <a:t>        &lt;p&gt;Harga: $${product.price}&lt;/p&gt;</a:t>
            </a:r>
          </a:p>
          <a:p>
            <a:r>
              <a:rPr lang="id-ID" dirty="0" smtClean="0"/>
              <a:t>      `;</a:t>
            </a:r>
          </a:p>
          <a:p>
            <a:endParaRPr lang="id-ID" dirty="0" smtClean="0"/>
          </a:p>
          <a:p>
            <a:r>
              <a:rPr lang="id-ID" dirty="0" smtClean="0"/>
              <a:t>      container.appendChild(card);</a:t>
            </a:r>
          </a:p>
          <a:p>
            <a:r>
              <a:rPr lang="id-ID" dirty="0" smtClean="0"/>
              <a:t>    });</a:t>
            </a:r>
          </a:p>
          <a:p>
            <a:r>
              <a:rPr lang="id-ID" dirty="0" smtClean="0"/>
              <a:t>  } catch (error) {</a:t>
            </a:r>
          </a:p>
          <a:p>
            <a:r>
              <a:rPr lang="id-ID" dirty="0" smtClean="0"/>
              <a:t>    console.error("Error:", error);</a:t>
            </a:r>
          </a:p>
          <a:p>
            <a:r>
              <a:rPr lang="id-ID" dirty="0" smtClean="0"/>
              <a:t>  }</a:t>
            </a:r>
          </a:p>
          <a:p>
            <a:r>
              <a:rPr lang="id-ID" dirty="0" smtClean="0"/>
              <a:t>}</a:t>
            </a:r>
          </a:p>
          <a:p>
            <a:endParaRPr lang="id-ID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d-ID" dirty="0" smtClean="0"/>
              <a:t>Membatasi Pengambilan 5 data dengan slice()</a:t>
            </a:r>
            <a:endParaRPr lang="id-ID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448</TotalTime>
  <Words>1977</Words>
  <Application>Microsoft Office PowerPoint</Application>
  <PresentationFormat>On-screen Show (4:3)</PresentationFormat>
  <Paragraphs>380</Paragraphs>
  <Slides>39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Concourse</vt:lpstr>
      <vt:lpstr>JavaScript DOM</vt:lpstr>
      <vt:lpstr>Apa itu Javacript DOM ?</vt:lpstr>
      <vt:lpstr>Ilustrasi Sederhana</vt:lpstr>
      <vt:lpstr>DOM Tree</vt:lpstr>
      <vt:lpstr>Penjelasan</vt:lpstr>
      <vt:lpstr>Mengapa DOM penting? </vt:lpstr>
      <vt:lpstr>Contoh sederhana</vt:lpstr>
      <vt:lpstr>Penjelasan</vt:lpstr>
      <vt:lpstr>AddEventListener</vt:lpstr>
      <vt:lpstr>Contoh AddEventListener</vt:lpstr>
      <vt:lpstr>Mouse addEventListener</vt:lpstr>
      <vt:lpstr>Contoh Penggunaan</vt:lpstr>
      <vt:lpstr>Keyboard AddEventListener</vt:lpstr>
      <vt:lpstr>Contoh Penggunaan</vt:lpstr>
      <vt:lpstr>Form addEventListener</vt:lpstr>
      <vt:lpstr>Contoh Penggunaan</vt:lpstr>
      <vt:lpstr>Window AddEventListener</vt:lpstr>
      <vt:lpstr>Contoh Penggunaan</vt:lpstr>
      <vt:lpstr>Clipboard addEventListener</vt:lpstr>
      <vt:lpstr>Contoh Penggunaan</vt:lpstr>
      <vt:lpstr>Media addEventListener</vt:lpstr>
      <vt:lpstr>Contoh Penggunaan</vt:lpstr>
      <vt:lpstr>Custom addEventListener</vt:lpstr>
      <vt:lpstr>DOM Selector</vt:lpstr>
      <vt:lpstr>Contoh Penggunaan</vt:lpstr>
      <vt:lpstr>Memanipulasi DOM</vt:lpstr>
      <vt:lpstr>Mengubah isi teks</vt:lpstr>
      <vt:lpstr>Mengubah Atribut</vt:lpstr>
      <vt:lpstr>Mengubah Style (CSS)</vt:lpstr>
      <vt:lpstr>Mengubah/Menghapus Elemen</vt:lpstr>
      <vt:lpstr>Menambah/Menghapus Class</vt:lpstr>
      <vt:lpstr>Menggunakan Toggle</vt:lpstr>
      <vt:lpstr>Contoh</vt:lpstr>
      <vt:lpstr>Menggunakan Active</vt:lpstr>
      <vt:lpstr>Contoh Penggunaan</vt:lpstr>
      <vt:lpstr>Slide 36</vt:lpstr>
      <vt:lpstr>Ambil data dari FakeAPI</vt:lpstr>
      <vt:lpstr>Membatasi Pengambilan 5 data dengan ?limit=5</vt:lpstr>
      <vt:lpstr>Membatasi Pengambilan 5 data dengan slice()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DOM</dc:title>
  <dc:creator>acer</dc:creator>
  <cp:lastModifiedBy>acer</cp:lastModifiedBy>
  <cp:revision>47</cp:revision>
  <dcterms:created xsi:type="dcterms:W3CDTF">2025-09-14T16:11:10Z</dcterms:created>
  <dcterms:modified xsi:type="dcterms:W3CDTF">2025-09-20T14:03:54Z</dcterms:modified>
</cp:coreProperties>
</file>