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Dasar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rPr smtClean="0"/>
              <a:t>Apa </a:t>
            </a:r>
            <a:r>
              <a:t>itu CSS: Cascading Style Sheets untuk tampilan web</a:t>
            </a:r>
            <a:r>
              <a:rPr/>
              <a:t>
</a:t>
            </a:r>
            <a:r>
              <a:rPr smtClean="0"/>
              <a:t> </a:t>
            </a:r>
            <a:r>
              <a:t>Cara menggunakan CSS:
  1. Inline CSS → &lt;p style="color:red;"&gt;
  2. Internal CSS → &lt;style&gt;p {color:blue;}&lt;/style&gt;
  3. External CSS → &lt;link rel="stylesheet" href="style.css"&gt;
- Sintaks dasar CSS:
  selector { property: value; 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Selektor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Elemen → p { ... }
- ID → #header { ... }
- Class → .btn { ... }
- Universal → * { ... }
- Group → h1, h2, p { ... }
- Descendant → div p { ... }
- Pseudo-class → a:hover { ... }
- Pseudo-element → p::first-line { ...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 CSS Dasar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Teks: color, font-size, font-family, text-align, text-decoration
- Warna: nama, HEX, RGB, HSL
- Background: background-color, background-image, background-size
- Border: border, border-radius
- Margin &amp; Padding
- Width &amp; Height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Box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defRPr sz="2000"/>
            </a:pPr>
            <a:r>
              <a:t>Box Model terdiri dari:
- Content
- Padding
- Border
- Margin
Contoh:
.box {
  margin:20px;
  padding:10px;
  border:2px solid black;
  width:200px;
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Display: block, inline, inline-block, none
- Position: static, relative, absolute, fixed, sticky
- Float &amp; Clear
- Flexbox:
  .container {display:flex; justify-content:center; align-items:center;}
- Grid:
  .grid {display:grid; grid-template-columns:1fr 2fr; gap:10px;}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Responsif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Media Queries:
  @media(max-width:768px){body{font-size:14px;}}
- Unit responsif: %, vh, vw, em, rem
- Framework: Bootstrap, Tailwind CSS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Lanjutan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Transitions, Animations, Transforms
- Variables (CSS Custom Properties)
- Pseudo-class lanjutan: :nth-child(), :not()
- Z-index &amp; Layering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70</Words>
  <Application>Microsoft Macintosh PowerPoint</Application>
  <PresentationFormat>On-screen Show (4:3)</PresentationFormat>
  <Paragraphs>14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CSS Dasar</vt:lpstr>
      <vt:lpstr>Selektor CSS</vt:lpstr>
      <vt:lpstr>Properti CSS Dasar</vt:lpstr>
      <vt:lpstr>CSS Box Model</vt:lpstr>
      <vt:lpstr>CSS Layout</vt:lpstr>
      <vt:lpstr>CSS Responsif</vt:lpstr>
      <vt:lpstr>CSS Lanjutan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Dasar</dc:title>
  <dc:subject/>
  <dc:creator/>
  <cp:keywords/>
  <dc:description>generated using python-pptx</dc:description>
  <cp:lastModifiedBy>acer</cp:lastModifiedBy>
  <cp:revision>3</cp:revision>
  <dcterms:created xsi:type="dcterms:W3CDTF">2013-01-27T09:14:16Z</dcterms:created>
  <dcterms:modified xsi:type="dcterms:W3CDTF">2025-09-14T17:16:39Z</dcterms:modified>
  <cp:category/>
</cp:coreProperties>
</file>