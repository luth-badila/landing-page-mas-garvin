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3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9144000" cy="5143500" type="screen16x9"/>
  <p:notesSz cx="6858000" cy="9144000"/>
  <p:embeddedFontLst>
    <p:embeddedFont>
      <p:font typeface="Georgia" pitchFamily="18" charset="0"/>
      <p:regular r:id="rId7"/>
      <p:bold r:id="rId8"/>
      <p:italic r:id="rId9"/>
      <p:boldItalic r:id="rId10"/>
    </p:embeddedFont>
    <p:embeddedFont>
      <p:font typeface="Wingdings 2" pitchFamily="18" charset="2"/>
      <p:regular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B9D7F3FD-F1C5-45F3-AAD3-0EEFAD180BC3}">
  <a:tblStyle styleId="{B9D7F3FD-F1C5-45F3-AAD3-0EEFAD180B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-822" y="-7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2286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88595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4793743"/>
            <a:ext cx="8833104" cy="232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114550"/>
            <a:ext cx="6400800" cy="131445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BB80-A212-4D3E-94B8-6750F9926761}" type="datetimeFigureOut">
              <a:rPr lang="id-ID" smtClean="0"/>
              <a:pPr/>
              <a:t>03/09/2025</a:t>
            </a:fld>
            <a:endParaRPr lang="id-ID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1815084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14300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1586484"/>
            <a:ext cx="609600" cy="4572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1657350"/>
            <a:ext cx="420624" cy="3154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1649588"/>
            <a:ext cx="457200" cy="330994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id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285750"/>
            <a:ext cx="7772400" cy="131445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BB80-A212-4D3E-94B8-6750F9926761}" type="datetimeFigureOut">
              <a:rPr lang="id-ID" smtClean="0"/>
              <a:pPr/>
              <a:t>03/09/2025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769779"/>
            <a:ext cx="457200" cy="33099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id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145286"/>
            <a:ext cx="8503920" cy="3429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4288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1714500"/>
            <a:ext cx="8833104" cy="228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06764"/>
            <a:ext cx="8833104" cy="160477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057400"/>
            <a:ext cx="6480174" cy="1254919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4793743"/>
            <a:ext cx="8833104" cy="232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14300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BB80-A212-4D3E-94B8-6750F9926761}" type="datetimeFigureOut">
              <a:rPr lang="id-ID" smtClean="0"/>
              <a:pPr/>
              <a:t>03/09/2025</a:t>
            </a:fld>
            <a:endParaRPr lang="id-ID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18288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1586484"/>
            <a:ext cx="609600" cy="4572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1657350"/>
            <a:ext cx="420624" cy="3154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1649588"/>
            <a:ext cx="457200" cy="330994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00050"/>
            <a:ext cx="7772400" cy="1143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71450"/>
            <a:ext cx="8534400" cy="569214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4807458"/>
            <a:ext cx="3044952" cy="274320"/>
          </a:xfrm>
        </p:spPr>
        <p:txBody>
          <a:bodyPr/>
          <a:lstStyle/>
          <a:p>
            <a:fld id="{6E9CBB80-A212-4D3E-94B8-6750F9926761}" type="datetimeFigureOut">
              <a:rPr lang="id-ID" smtClean="0"/>
              <a:pPr/>
              <a:t>03/09/2025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id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1" y="1181739"/>
            <a:ext cx="8921" cy="361466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028700"/>
            <a:ext cx="4038600" cy="3511296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028700"/>
            <a:ext cx="4038600" cy="3511296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1650206"/>
            <a:ext cx="0" cy="3140964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08585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028700"/>
            <a:ext cx="8833104" cy="6858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4793742"/>
            <a:ext cx="8833104" cy="233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143000"/>
            <a:ext cx="4040188" cy="549731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1" y="1143000"/>
            <a:ext cx="4041775" cy="54864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BB80-A212-4D3E-94B8-6750F9926761}" type="datetimeFigureOut">
              <a:rPr lang="id-ID" smtClean="0"/>
              <a:pPr/>
              <a:t>03/09/2025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4807458"/>
            <a:ext cx="3581400" cy="274320"/>
          </a:xfrm>
        </p:spPr>
        <p:txBody>
          <a:bodyPr/>
          <a:lstStyle/>
          <a:p>
            <a:endParaRPr lang="id-ID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96012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16586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1853537"/>
            <a:ext cx="4041648" cy="2863803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1853537"/>
            <a:ext cx="4038600" cy="286664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717027"/>
            <a:ext cx="609600" cy="4572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787893"/>
            <a:ext cx="420624" cy="3154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781812"/>
            <a:ext cx="457200" cy="330994"/>
          </a:xfrm>
        </p:spPr>
        <p:txBody>
          <a:bodyPr/>
          <a:lstStyle>
            <a:lvl1pPr algn="ctr"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id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BB80-A212-4D3E-94B8-6750F9926761}" type="datetimeFigureOut">
              <a:rPr lang="id-ID" smtClean="0"/>
              <a:pPr/>
              <a:t>03/09/2025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777015"/>
            <a:ext cx="457200" cy="33099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id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1658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4793743"/>
            <a:ext cx="8833104" cy="232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18872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BB80-A212-4D3E-94B8-6750F9926761}" type="datetimeFigureOut">
              <a:rPr lang="id-ID" smtClean="0"/>
              <a:pPr/>
              <a:t>03/09/2025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4743450"/>
            <a:ext cx="609600" cy="330993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14300"/>
            <a:ext cx="8833104" cy="2286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8915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457200"/>
            <a:ext cx="2743200" cy="440055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2362200" cy="74295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485901"/>
            <a:ext cx="2362200" cy="3108722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14300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40005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514350"/>
            <a:ext cx="5638800" cy="405765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171450"/>
            <a:ext cx="609600" cy="4572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242316"/>
            <a:ext cx="420624" cy="3154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234554"/>
            <a:ext cx="457200" cy="330994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id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4791289"/>
            <a:ext cx="8833104" cy="232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BB80-A212-4D3E-94B8-6750F9926761}" type="datetimeFigureOut">
              <a:rPr lang="id-ID" smtClean="0"/>
              <a:pPr/>
              <a:t>03/09/2025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4808136"/>
            <a:ext cx="3383280" cy="274320"/>
          </a:xfrm>
        </p:spPr>
        <p:txBody>
          <a:bodyPr/>
          <a:lstStyle/>
          <a:p>
            <a:endParaRPr lang="id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40005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14300"/>
            <a:ext cx="8833104" cy="226314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457200"/>
            <a:ext cx="2743200" cy="440055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16586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171450"/>
            <a:ext cx="609600" cy="4572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242316"/>
            <a:ext cx="420624" cy="3154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234554"/>
            <a:ext cx="457200" cy="33099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3771900"/>
            <a:ext cx="5867400" cy="9144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457200"/>
            <a:ext cx="5867400" cy="32004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742950"/>
            <a:ext cx="2438400" cy="394335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4791289"/>
            <a:ext cx="8833104" cy="232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4803738"/>
            <a:ext cx="3044952" cy="274320"/>
          </a:xfrm>
        </p:spPr>
        <p:txBody>
          <a:bodyPr/>
          <a:lstStyle/>
          <a:p>
            <a:fld id="{6E9CBB80-A212-4D3E-94B8-6750F9926761}" type="datetimeFigureOut">
              <a:rPr lang="id-ID" smtClean="0"/>
              <a:pPr/>
              <a:t>03/09/2025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4808136"/>
            <a:ext cx="3584448" cy="274320"/>
          </a:xfrm>
        </p:spPr>
        <p:txBody>
          <a:bodyPr/>
          <a:lstStyle/>
          <a:p>
            <a:endParaRPr lang="id-ID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BB80-A212-4D3E-94B8-6750F9926761}" type="datetimeFigureOut">
              <a:rPr lang="id-ID" smtClean="0"/>
              <a:pPr/>
              <a:t>03/09/2025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1658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4793743"/>
            <a:ext cx="8833104" cy="232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16586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802505" y="2458593"/>
            <a:ext cx="468401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194322"/>
            <a:ext cx="609600" cy="4572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2265188"/>
            <a:ext cx="420624" cy="3154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2257426"/>
            <a:ext cx="457200" cy="33099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6553200" cy="43660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CBB80-A212-4D3E-94B8-6750F9926761}" type="datetimeFigureOut">
              <a:rPr lang="id-ID" smtClean="0"/>
              <a:pPr/>
              <a:t>03/09/2025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228601"/>
            <a:ext cx="1447800" cy="4388644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"/>
            <a:ext cx="9144000" cy="104502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4791289"/>
            <a:ext cx="8833104" cy="232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4803738"/>
            <a:ext cx="3044952" cy="27432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6E9CBB80-A212-4D3E-94B8-6750F9926761}" type="datetimeFigureOut">
              <a:rPr lang="id-ID" smtClean="0"/>
              <a:pPr/>
              <a:t>03/09/2025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4808136"/>
            <a:ext cx="3581400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16586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957557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717027"/>
            <a:ext cx="609600" cy="4572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787893"/>
            <a:ext cx="420624" cy="3154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780131"/>
            <a:ext cx="457200" cy="330994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id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171450"/>
            <a:ext cx="8534400" cy="569214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143000"/>
            <a:ext cx="8534400" cy="344957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mtClean="0"/>
              <a:t>Muhamammad Lutfi Badila</a:t>
            </a:r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dirty="0"/>
              <a:t>JavaScript </a:t>
            </a:r>
            <a:r>
              <a:rPr lang="id-ID" dirty="0" smtClean="0"/>
              <a:t>Lanjutan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 smtClean="0"/>
              <a:t>Javascript Classes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id-I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 smtClean="0"/>
              <a:t>Javacript DOM Manipulation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id-I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 smtClean="0"/>
              <a:t>Javascript Module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id-ID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168</TotalTime>
  <Words>12</Words>
  <PresentationFormat>On-screen Show (16:9)</PresentationFormat>
  <Paragraphs>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Georgia</vt:lpstr>
      <vt:lpstr>Wingdings 2</vt:lpstr>
      <vt:lpstr>Wingdings</vt:lpstr>
      <vt:lpstr>Civic</vt:lpstr>
      <vt:lpstr>JavaScript Lanjutan</vt:lpstr>
      <vt:lpstr>Javascript Classes</vt:lpstr>
      <vt:lpstr>Javacript DOM Manipulation</vt:lpstr>
      <vt:lpstr>Javascript Module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Dasar</dc:title>
  <dc:creator>Muhammad Lutfi Badila</dc:creator>
  <cp:lastModifiedBy>acer</cp:lastModifiedBy>
  <cp:revision>35</cp:revision>
  <dcterms:modified xsi:type="dcterms:W3CDTF">2025-09-03T14:14:28Z</dcterms:modified>
</cp:coreProperties>
</file>